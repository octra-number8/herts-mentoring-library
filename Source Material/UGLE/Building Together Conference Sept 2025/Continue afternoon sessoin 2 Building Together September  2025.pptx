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6.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8.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notesSlides/notesSlide9.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458" r:id="rId2"/>
    <p:sldId id="401" r:id="rId3"/>
    <p:sldId id="402" r:id="rId4"/>
    <p:sldId id="403" r:id="rId5"/>
    <p:sldId id="414" r:id="rId6"/>
    <p:sldId id="494" r:id="rId7"/>
    <p:sldId id="448" r:id="rId8"/>
    <p:sldId id="416" r:id="rId9"/>
    <p:sldId id="449" r:id="rId10"/>
    <p:sldId id="450" r:id="rId11"/>
    <p:sldId id="451" r:id="rId12"/>
    <p:sldId id="452" r:id="rId13"/>
    <p:sldId id="412" r:id="rId14"/>
    <p:sldId id="453" r:id="rId15"/>
    <p:sldId id="454" r:id="rId16"/>
    <p:sldId id="413" r:id="rId17"/>
    <p:sldId id="455" r:id="rId18"/>
    <p:sldId id="456" r:id="rId19"/>
    <p:sldId id="417" r:id="rId20"/>
    <p:sldId id="410" r:id="rId21"/>
    <p:sldId id="415" r:id="rId22"/>
    <p:sldId id="359" r:id="rId23"/>
  </p:sldIdLst>
  <p:sldSz cx="12192000" cy="6858000"/>
  <p:notesSz cx="7010400" cy="92964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A26E"/>
    <a:srgbClr val="AC9C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7" autoAdjust="0"/>
    <p:restoredTop sz="93910" autoAdjust="0"/>
  </p:normalViewPr>
  <p:slideViewPr>
    <p:cSldViewPr snapToGrid="0">
      <p:cViewPr varScale="1">
        <p:scale>
          <a:sx n="76" d="100"/>
          <a:sy n="76" d="100"/>
        </p:scale>
        <p:origin x="888" y="58"/>
      </p:cViewPr>
      <p:guideLst/>
    </p:cSldViewPr>
  </p:slideViewPr>
  <p:notesTextViewPr>
    <p:cViewPr>
      <p:scale>
        <a:sx n="3" d="2"/>
        <a:sy n="3" d="2"/>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16:29.103"/>
    </inkml:context>
    <inkml:brush xml:id="br0">
      <inkml:brushProperty name="width" value="0.05" units="cm"/>
      <inkml:brushProperty name="height" value="0.05" units="cm"/>
      <inkml:brushProperty name="color" value="#C61021"/>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16:29.103"/>
    </inkml:context>
    <inkml:brush xml:id="br0">
      <inkml:brushProperty name="width" value="0.05" units="cm"/>
      <inkml:brushProperty name="height" value="0.05" units="cm"/>
      <inkml:brushProperty name="color" value="#C61021"/>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16:29.103"/>
    </inkml:context>
    <inkml:brush xml:id="br0">
      <inkml:brushProperty name="width" value="0.05" units="cm"/>
      <inkml:brushProperty name="height" value="0.05" units="cm"/>
      <inkml:brushProperty name="color" value="#C61021"/>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2.670"/>
    </inkml:context>
    <inkml:brush xml:id="br0">
      <inkml:brushProperty name="width" value="0.05" units="cm"/>
      <inkml:brushProperty name="height" value="0.05" units="cm"/>
      <inkml:brushProperty name="color" value="#E71224"/>
    </inkml:brush>
  </inkml:definitions>
  <inkml:trace contextRef="#ctx0" brushRef="#br0">122 72 24343,'-121'-71'0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5.3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19T15:08:37.648"/>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72" tIns="46586" rIns="93172" bIns="46586" rtlCol="0"/>
          <a:lstStyle>
            <a:lvl1pPr algn="l">
              <a:defRPr sz="1300"/>
            </a:lvl1pPr>
          </a:lstStyle>
          <a:p>
            <a:endParaRPr lang="en-GB"/>
          </a:p>
        </p:txBody>
      </p:sp>
      <p:sp>
        <p:nvSpPr>
          <p:cNvPr id="3" name="Date Placeholder 2"/>
          <p:cNvSpPr>
            <a:spLocks noGrp="1"/>
          </p:cNvSpPr>
          <p:nvPr>
            <p:ph type="dt" idx="1"/>
          </p:nvPr>
        </p:nvSpPr>
        <p:spPr>
          <a:xfrm>
            <a:off x="3970938" y="1"/>
            <a:ext cx="3037840" cy="466434"/>
          </a:xfrm>
          <a:prstGeom prst="rect">
            <a:avLst/>
          </a:prstGeom>
        </p:spPr>
        <p:txBody>
          <a:bodyPr vert="horz" lIns="93172" tIns="46586" rIns="93172" bIns="46586" rtlCol="0"/>
          <a:lstStyle>
            <a:lvl1pPr algn="r">
              <a:defRPr sz="1300"/>
            </a:lvl1pPr>
          </a:lstStyle>
          <a:p>
            <a:fld id="{C7C785A3-C8D0-41E1-B8B2-CDF85DD01A5C}" type="datetimeFigureOut">
              <a:rPr lang="en-GB" smtClean="0"/>
              <a:t>19/09/2025</a:t>
            </a:fld>
            <a:endParaRPr lang="en-GB"/>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2" tIns="46586" rIns="93172" bIns="46586" rtlCol="0" anchor="ctr"/>
          <a:lstStyle/>
          <a:p>
            <a:endParaRPr lang="en-GB"/>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2" tIns="46586" rIns="93172" bIns="465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3"/>
          </a:xfrm>
          <a:prstGeom prst="rect">
            <a:avLst/>
          </a:prstGeom>
        </p:spPr>
        <p:txBody>
          <a:bodyPr vert="horz" lIns="93172" tIns="46586" rIns="93172" bIns="46586" rtlCol="0" anchor="b"/>
          <a:lstStyle>
            <a:lvl1pPr algn="l">
              <a:defRPr sz="1300"/>
            </a:lvl1pPr>
          </a:lstStyle>
          <a:p>
            <a:endParaRPr lang="en-GB"/>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2" tIns="46586" rIns="93172" bIns="46586" rtlCol="0" anchor="b"/>
          <a:lstStyle>
            <a:lvl1pPr algn="r">
              <a:defRPr sz="1300"/>
            </a:lvl1pPr>
          </a:lstStyle>
          <a:p>
            <a:fld id="{62C18615-2094-48D3-BDC2-768E1182BE5B}" type="slidenum">
              <a:rPr lang="en-GB" smtClean="0"/>
              <a:t>‹#›</a:t>
            </a:fld>
            <a:endParaRPr lang="en-GB"/>
          </a:p>
        </p:txBody>
      </p:sp>
    </p:spTree>
    <p:extLst>
      <p:ext uri="{BB962C8B-B14F-4D97-AF65-F5344CB8AC3E}">
        <p14:creationId xmlns:p14="http://schemas.microsoft.com/office/powerpoint/2010/main" val="192088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Ed</a:t>
            </a:r>
            <a:r>
              <a:rPr lang="en-GB" baseline="0" dirty="0"/>
              <a:t> R</a:t>
            </a:r>
            <a:endParaRPr lang="en-GB" dirty="0"/>
          </a:p>
        </p:txBody>
      </p:sp>
      <p:sp>
        <p:nvSpPr>
          <p:cNvPr id="4" name="Slide Number Placeholder 3"/>
          <p:cNvSpPr>
            <a:spLocks noGrp="1"/>
          </p:cNvSpPr>
          <p:nvPr>
            <p:ph type="sldNum" sz="quarter" idx="10"/>
          </p:nvPr>
        </p:nvSpPr>
        <p:spPr/>
        <p:txBody>
          <a:bodyPr/>
          <a:lstStyle/>
          <a:p>
            <a:fld id="{62C18615-2094-48D3-BDC2-768E1182BE5B}" type="slidenum">
              <a:rPr lang="en-GB" smtClean="0"/>
              <a:t>1</a:t>
            </a:fld>
            <a:endParaRPr lang="en-GB"/>
          </a:p>
        </p:txBody>
      </p:sp>
    </p:spTree>
    <p:extLst>
      <p:ext uri="{BB962C8B-B14F-4D97-AF65-F5344CB8AC3E}">
        <p14:creationId xmlns:p14="http://schemas.microsoft.com/office/powerpoint/2010/main" val="737878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question 1 - Why do we need a Continue hub at all</a:t>
            </a:r>
          </a:p>
          <a:p>
            <a:endParaRPr lang="en-GB" dirty="0"/>
          </a:p>
          <a:p>
            <a:r>
              <a:rPr lang="en-GB" dirty="0"/>
              <a:t>There are lots of similarities between Shaping a Chapter and Lodge, Engaging Brethren and Companions and Responding to situations that may arise in the units – Lodges and Chapters</a:t>
            </a:r>
          </a:p>
          <a:p>
            <a:r>
              <a:rPr lang="en-GB" dirty="0"/>
              <a:t>However, Attract and Continue are different.  Continue is aimed at encouraging existing Master Masons, of some experience, to continue their journey into the Royal Arch  </a:t>
            </a:r>
          </a:p>
          <a:p>
            <a:endParaRPr lang="en-GB" dirty="0"/>
          </a:p>
          <a:p>
            <a:r>
              <a:rPr lang="en-GB" dirty="0"/>
              <a:t>There is an argument that Continue could have been positioned on the pentagon after Engage and the argument is valid.  Afterall the Master Mason will surely only move on to the Royal Arch if they are engaged in and enjoying their experience as Freemasons</a:t>
            </a:r>
          </a:p>
          <a:p>
            <a:endParaRPr lang="en-GB" dirty="0"/>
          </a:p>
          <a:p>
            <a:r>
              <a:rPr lang="en-GB" dirty="0"/>
              <a:t>On balance though the design team wanted to emphasise that Engage deals with both Lodges and Chapters as units within Freemasonry and whilst there are some differences, running a Lodge is very similar to running a Chapter.   Therefore, Continue is positioned before Engage.</a:t>
            </a:r>
          </a:p>
          <a:p>
            <a:endParaRPr lang="en-GB" dirty="0"/>
          </a:p>
          <a:p>
            <a:r>
              <a:rPr lang="en-GB" dirty="0"/>
              <a:t>BTW the differences are fully covered in Engage</a:t>
            </a:r>
          </a:p>
          <a:p>
            <a:endParaRPr lang="en-GB" dirty="0"/>
          </a:p>
          <a:p>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62C18615-2094-48D3-BDC2-768E1182BE5B}" type="slidenum">
              <a:rPr lang="en-GB" smtClean="0"/>
              <a:t>2</a:t>
            </a:fld>
            <a:endParaRPr lang="en-GB"/>
          </a:p>
        </p:txBody>
      </p:sp>
    </p:spTree>
    <p:extLst>
      <p:ext uri="{BB962C8B-B14F-4D97-AF65-F5344CB8AC3E}">
        <p14:creationId xmlns:p14="http://schemas.microsoft.com/office/powerpoint/2010/main" val="947246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Of course the major difference between Attract and Continue is the different target audience that face Lodges and Chapters.  </a:t>
            </a:r>
          </a:p>
          <a:p>
            <a:endParaRPr lang="en-GB" dirty="0"/>
          </a:p>
          <a:p>
            <a:r>
              <a:rPr lang="en-GB" dirty="0"/>
              <a:t>Each unit has it’s own challenges</a:t>
            </a:r>
          </a:p>
          <a:p>
            <a:endParaRPr lang="en-GB" dirty="0"/>
          </a:p>
          <a:p>
            <a:r>
              <a:rPr lang="en-GB" dirty="0"/>
              <a:t>A Lodge is trying to attract people who are not Masons and may know little about Freemasonry at the start of their journey</a:t>
            </a:r>
          </a:p>
          <a:p>
            <a:endParaRPr lang="en-GB" dirty="0"/>
          </a:p>
          <a:p>
            <a:r>
              <a:rPr lang="en-GB" dirty="0"/>
              <a:t>A Chapter on the other hand is trying to attract free and accepted masons and encourage them to continue their journey through masonry and into the Royal Arch</a:t>
            </a:r>
          </a:p>
          <a:p>
            <a:endParaRPr lang="en-GB" dirty="0"/>
          </a:p>
          <a:p>
            <a:r>
              <a:rPr lang="en-GB" dirty="0"/>
              <a:t>The Royal Arch being the first and natural step as the Master Mason moves forward.  The graphic shows the layman entering Freemasonry through Attract and then moving on through Continue</a:t>
            </a:r>
          </a:p>
        </p:txBody>
      </p:sp>
      <p:sp>
        <p:nvSpPr>
          <p:cNvPr id="4" name="Slide Number Placeholder 3"/>
          <p:cNvSpPr>
            <a:spLocks noGrp="1"/>
          </p:cNvSpPr>
          <p:nvPr>
            <p:ph type="sldNum" sz="quarter" idx="10"/>
          </p:nvPr>
        </p:nvSpPr>
        <p:spPr/>
        <p:txBody>
          <a:bodyPr/>
          <a:lstStyle/>
          <a:p>
            <a:fld id="{62C18615-2094-48D3-BDC2-768E1182BE5B}" type="slidenum">
              <a:rPr lang="en-GB" smtClean="0"/>
              <a:t>3</a:t>
            </a:fld>
            <a:endParaRPr lang="en-GB"/>
          </a:p>
        </p:txBody>
      </p:sp>
    </p:spTree>
    <p:extLst>
      <p:ext uri="{BB962C8B-B14F-4D97-AF65-F5344CB8AC3E}">
        <p14:creationId xmlns:p14="http://schemas.microsoft.com/office/powerpoint/2010/main" val="1508403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Continue Hub then has three main Elements</a:t>
            </a:r>
          </a:p>
          <a:p>
            <a:endParaRPr lang="en-GB" dirty="0"/>
          </a:p>
          <a:p>
            <a:pPr marL="171450" indent="-171450">
              <a:buFont typeface="Arial" panose="020B0604020202020204" pitchFamily="34" charset="0"/>
              <a:buChar char="•"/>
            </a:pPr>
            <a:r>
              <a:rPr lang="en-GB" b="1" dirty="0"/>
              <a:t>Attracting future Companions</a:t>
            </a:r>
          </a:p>
          <a:p>
            <a:pPr marL="171450" indent="-171450">
              <a:buFont typeface="Arial" panose="020B0604020202020204" pitchFamily="34" charset="0"/>
              <a:buChar char="•"/>
            </a:pPr>
            <a:r>
              <a:rPr lang="en-GB" b="1" dirty="0"/>
              <a:t>Screening prospective Companions</a:t>
            </a:r>
          </a:p>
          <a:p>
            <a:pPr marL="171450" indent="-171450">
              <a:buFont typeface="Arial" panose="020B0604020202020204" pitchFamily="34" charset="0"/>
              <a:buChar char="•"/>
            </a:pPr>
            <a:r>
              <a:rPr lang="en-GB" b="1" dirty="0"/>
              <a:t>Expectation management</a:t>
            </a:r>
          </a:p>
          <a:p>
            <a:pPr marL="0" indent="0">
              <a:buFont typeface="Arial" panose="020B0604020202020204" pitchFamily="34" charset="0"/>
              <a:buNone/>
            </a:pPr>
            <a:endParaRPr lang="en-GB" dirty="0"/>
          </a:p>
        </p:txBody>
      </p:sp>
      <p:sp>
        <p:nvSpPr>
          <p:cNvPr id="4" name="Slide Number Placeholder 3"/>
          <p:cNvSpPr>
            <a:spLocks noGrp="1"/>
          </p:cNvSpPr>
          <p:nvPr>
            <p:ph type="sldNum" sz="quarter" idx="5"/>
          </p:nvPr>
        </p:nvSpPr>
        <p:spPr/>
        <p:txBody>
          <a:bodyPr/>
          <a:lstStyle/>
          <a:p>
            <a:fld id="{7E06454C-7F8A-4777-8532-6680346F7690}" type="slidenum">
              <a:rPr lang="en-GB" smtClean="0"/>
              <a:t>4</a:t>
            </a:fld>
            <a:endParaRPr lang="en-GB"/>
          </a:p>
        </p:txBody>
      </p:sp>
    </p:spTree>
    <p:extLst>
      <p:ext uri="{BB962C8B-B14F-4D97-AF65-F5344CB8AC3E}">
        <p14:creationId xmlns:p14="http://schemas.microsoft.com/office/powerpoint/2010/main" val="533161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99454-18A8-694E-AAA1-0C8F79FBC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3D591-09A0-4435-8A00-C72A480B0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5AADF6-6CB3-B629-AF14-D41A7B4D6F43}"/>
              </a:ext>
            </a:extLst>
          </p:cNvPr>
          <p:cNvSpPr>
            <a:spLocks noGrp="1"/>
          </p:cNvSpPr>
          <p:nvPr>
            <p:ph type="body" idx="1"/>
          </p:nvPr>
        </p:nvSpPr>
        <p:spPr/>
        <p:txBody>
          <a:bodyPr/>
          <a:lstStyle/>
          <a:p>
            <a:pPr marL="0" indent="0">
              <a:buFont typeface="Arial" panose="020B0604020202020204" pitchFamily="34" charset="0"/>
              <a:buNone/>
            </a:pPr>
            <a:endParaRPr lang="en-GB" dirty="0"/>
          </a:p>
          <a:p>
            <a:pPr marL="0" indent="0">
              <a:buFont typeface="Arial" panose="020B0604020202020204" pitchFamily="34" charset="0"/>
              <a:buNone/>
            </a:pPr>
            <a:r>
              <a:rPr lang="en-GB" dirty="0"/>
              <a:t>The ability to </a:t>
            </a:r>
            <a:r>
              <a:rPr lang="en-GB" b="1" dirty="0"/>
              <a:t>attract future Companions </a:t>
            </a:r>
            <a:r>
              <a:rPr lang="en-GB" dirty="0"/>
              <a:t>is greatly enhanced by having a consistent, positive and upbeat narrative (a story to tell) about the Royal Arch in general and the individual Chapter in particular.  </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And in the research that we undertook during the development of Archway we found that this consistency was pretty scarce</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The Hub highlights some good practice for creating a description of your Chapter, derived from the work in Shape</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318FC007-EBF6-B53A-2E7D-BA11A9C90902}"/>
              </a:ext>
            </a:extLst>
          </p:cNvPr>
          <p:cNvSpPr>
            <a:spLocks noGrp="1"/>
          </p:cNvSpPr>
          <p:nvPr>
            <p:ph type="sldNum" sz="quarter" idx="5"/>
          </p:nvPr>
        </p:nvSpPr>
        <p:spPr/>
        <p:txBody>
          <a:bodyPr/>
          <a:lstStyle/>
          <a:p>
            <a:fld id="{7E06454C-7F8A-4777-8532-6680346F7690}" type="slidenum">
              <a:rPr lang="en-GB" smtClean="0"/>
              <a:t>5</a:t>
            </a:fld>
            <a:endParaRPr lang="en-GB"/>
          </a:p>
        </p:txBody>
      </p:sp>
    </p:spTree>
    <p:extLst>
      <p:ext uri="{BB962C8B-B14F-4D97-AF65-F5344CB8AC3E}">
        <p14:creationId xmlns:p14="http://schemas.microsoft.com/office/powerpoint/2010/main" val="429023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3966A-F819-A4D4-1BF8-69C9F1FD6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B98D1-9540-DE60-F051-940C9605F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07B1D-68BD-A294-8398-EB999A931133}"/>
              </a:ext>
            </a:extLst>
          </p:cNvPr>
          <p:cNvSpPr>
            <a:spLocks noGrp="1"/>
          </p:cNvSpPr>
          <p:nvPr>
            <p:ph type="body" idx="1"/>
          </p:nvPr>
        </p:nvSpPr>
        <p:spPr/>
        <p:txBody>
          <a:bodyPr/>
          <a:lstStyle/>
          <a:p>
            <a:pPr marL="0" indent="0">
              <a:buFont typeface="Arial" panose="020B0604020202020204" pitchFamily="34" charset="0"/>
              <a:buNone/>
            </a:pPr>
            <a:endParaRPr lang="en-GB" dirty="0"/>
          </a:p>
          <a:p>
            <a:pPr marL="0" indent="0">
              <a:buFont typeface="Arial" panose="020B0604020202020204" pitchFamily="34" charset="0"/>
              <a:buNone/>
            </a:pPr>
            <a:endParaRPr lang="en-GB" dirty="0"/>
          </a:p>
          <a:p>
            <a:pPr marL="0" indent="0">
              <a:buFont typeface="Arial" panose="020B0604020202020204" pitchFamily="34" charset="0"/>
              <a:buNone/>
            </a:pPr>
            <a:r>
              <a:rPr lang="en-GB" dirty="0"/>
              <a:t>It also advocates the use of the </a:t>
            </a:r>
            <a:r>
              <a:rPr lang="en-GB" b="1" dirty="0"/>
              <a:t>Discover more booklet </a:t>
            </a:r>
            <a:r>
              <a:rPr lang="en-GB" dirty="0"/>
              <a:t>to give Companions the consistent “sales arguments” about the benefits of becoming a Royal Arch Mason.</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Both are vitally important and consistent messages are a key factor for success in recruiting</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Again research has shown us that the final and deciding criteria for a Master Mason to join the Royal Arch is a personal invitation from a trusted friend.  Which means all Companions indeed all Brethren are RA champions.  It just makes sense for us to have consistent messages about the RA and indeed our own Chapter which everybody can use in their own way as they talk to prospective candidates .  The hub gives us this guidance about what to say and just as importantly what not to say about the RA and our Chapter. The fourth degree, the HOLY RA and so on</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If all RA Companions are champions where does the RA Rep’s role come in – good question</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Under One journey, one organisation people are no longer joining the Craft, they are joining Freemasonry which includes the RA. This has always been the case really, remember </a:t>
            </a:r>
            <a:r>
              <a:rPr lang="en-GB" b="1" i="1" dirty="0"/>
              <a:t>the preliminary declaration, </a:t>
            </a:r>
            <a:r>
              <a:rPr lang="en-GB" b="0" i="0" dirty="0"/>
              <a:t>but this point seems to have got lost over the years</a:t>
            </a:r>
            <a:r>
              <a:rPr lang="en-GB" dirty="0"/>
              <a:t>.  So there is now a new emphasis for existing Craft officers, Mentors, Membership Officers etc. to go even further in promoting the RA.  The RA rep can act as a subject matter expert, a coordinator and facilitator of existing effort.  The rep is an additional resource for the Lodge team to coordinate and amplify the work that is already being done.   This has often been referred to as </a:t>
            </a:r>
            <a:r>
              <a:rPr lang="en-GB" b="1" dirty="0"/>
              <a:t>a whole Lodge approach</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The theme also discusses latest thinking on feeder Lodges and promotional events for the RA. such as Talking Heads</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The Building Together toolkit as a whole is intended to be organic in its development and there will be more examples of tried and tested promotional activity available in future</a:t>
            </a:r>
          </a:p>
          <a:p>
            <a:pPr marL="0" indent="0">
              <a:buFont typeface="Arial" panose="020B0604020202020204" pitchFamily="34" charset="0"/>
              <a:buNone/>
            </a:pPr>
            <a:endParaRPr lang="en-GB" dirty="0"/>
          </a:p>
          <a:p>
            <a:pPr mar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78F1327D-47FD-3CFB-0F80-6C42BB0715B8}"/>
              </a:ext>
            </a:extLst>
          </p:cNvPr>
          <p:cNvSpPr>
            <a:spLocks noGrp="1"/>
          </p:cNvSpPr>
          <p:nvPr>
            <p:ph type="sldNum" sz="quarter" idx="5"/>
          </p:nvPr>
        </p:nvSpPr>
        <p:spPr/>
        <p:txBody>
          <a:bodyPr/>
          <a:lstStyle/>
          <a:p>
            <a:fld id="{7E06454C-7F8A-4777-8532-6680346F7690}" type="slidenum">
              <a:rPr lang="en-GB" smtClean="0"/>
              <a:t>8</a:t>
            </a:fld>
            <a:endParaRPr lang="en-GB"/>
          </a:p>
        </p:txBody>
      </p:sp>
    </p:spTree>
    <p:extLst>
      <p:ext uri="{BB962C8B-B14F-4D97-AF65-F5344CB8AC3E}">
        <p14:creationId xmlns:p14="http://schemas.microsoft.com/office/powerpoint/2010/main" val="846270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79CB5-3D7D-4530-D01B-6655690DD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D8D77-8CD4-D260-59E9-1CC97A798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0A5D6-D862-91E4-419B-DE77E11B73A7}"/>
              </a:ext>
            </a:extLst>
          </p:cNvPr>
          <p:cNvSpPr>
            <a:spLocks noGrp="1"/>
          </p:cNvSpPr>
          <p:nvPr>
            <p:ph type="body" idx="1"/>
          </p:nvPr>
        </p:nvSpPr>
        <p:spPr/>
        <p:txBody>
          <a:bodyPr/>
          <a:lstStyle/>
          <a:p>
            <a:r>
              <a:rPr lang="en-GB" b="1" dirty="0"/>
              <a:t>Screening prospective Candidates </a:t>
            </a:r>
            <a:r>
              <a:rPr lang="en-GB" dirty="0"/>
              <a:t>is an area that is completely different in the RA to the Craft.  In the Craft the focus is on making sure we are recruiting the right individual.  In the RA we know we have the right individual.  It is more about finding the right Chapter for them to join and that they understand the additional commitment they are taking on as well as the benefits they will get.</a:t>
            </a:r>
          </a:p>
          <a:p>
            <a:endParaRPr lang="en-GB" dirty="0"/>
          </a:p>
          <a:p>
            <a:r>
              <a:rPr lang="en-GB" dirty="0"/>
              <a:t>Traditionally Chapters have relied on so called feeder Lodges closely associated with them.  This of course may not be the right Chapter for some prospects.  It might not be the right night, brethren may want to broaden their masonic circle.  There are many factors that a prospective member should be encouraged to consider before choosing a particular Chapter to join</a:t>
            </a:r>
          </a:p>
          <a:p>
            <a:endParaRPr lang="en-GB" dirty="0"/>
          </a:p>
          <a:p>
            <a:r>
              <a:rPr lang="en-GB" dirty="0"/>
              <a:t>If we don’t help get these factors right at the beginning, it will be pretty difficult to engage with them fully later on.  We run the risk of losing them before we start.</a:t>
            </a:r>
          </a:p>
          <a:p>
            <a:endParaRPr lang="en-GB" dirty="0"/>
          </a:p>
          <a:p>
            <a:r>
              <a:rPr lang="en-GB" dirty="0"/>
              <a:t>This theme deals with both these challenges choosing the right Chapter and making sure the prospective candidate understands the additional commitment they will be making.</a:t>
            </a:r>
          </a:p>
        </p:txBody>
      </p:sp>
      <p:sp>
        <p:nvSpPr>
          <p:cNvPr id="4" name="Slide Number Placeholder 3">
            <a:extLst>
              <a:ext uri="{FF2B5EF4-FFF2-40B4-BE49-F238E27FC236}">
                <a16:creationId xmlns:a16="http://schemas.microsoft.com/office/drawing/2014/main" id="{0B9829DF-5CE2-CD6D-3D0E-D4BDF829FB0C}"/>
              </a:ext>
            </a:extLst>
          </p:cNvPr>
          <p:cNvSpPr>
            <a:spLocks noGrp="1"/>
          </p:cNvSpPr>
          <p:nvPr>
            <p:ph type="sldNum" sz="quarter" idx="5"/>
          </p:nvPr>
        </p:nvSpPr>
        <p:spPr/>
        <p:txBody>
          <a:bodyPr/>
          <a:lstStyle/>
          <a:p>
            <a:fld id="{7E06454C-7F8A-4777-8532-6680346F7690}" type="slidenum">
              <a:rPr lang="en-GB" smtClean="0"/>
              <a:t>13</a:t>
            </a:fld>
            <a:endParaRPr lang="en-GB"/>
          </a:p>
        </p:txBody>
      </p:sp>
    </p:spTree>
    <p:extLst>
      <p:ext uri="{BB962C8B-B14F-4D97-AF65-F5344CB8AC3E}">
        <p14:creationId xmlns:p14="http://schemas.microsoft.com/office/powerpoint/2010/main" val="3725303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4087-2B91-AD8B-7082-A6E2D4EB5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225C9-C345-387E-582B-3E52CFAEC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8AB8E-C15B-D67B-A77B-0DFEB58173DE}"/>
              </a:ext>
            </a:extLst>
          </p:cNvPr>
          <p:cNvSpPr>
            <a:spLocks noGrp="1"/>
          </p:cNvSpPr>
          <p:nvPr>
            <p:ph type="body" idx="1"/>
          </p:nvPr>
        </p:nvSpPr>
        <p:spPr/>
        <p:txBody>
          <a:bodyPr/>
          <a:lstStyle/>
          <a:p>
            <a:r>
              <a:rPr lang="en-GB" dirty="0"/>
              <a:t>.</a:t>
            </a:r>
            <a:r>
              <a:rPr lang="en-GB" b="1" dirty="0"/>
              <a:t>Expectation management </a:t>
            </a:r>
          </a:p>
          <a:p>
            <a:r>
              <a:rPr lang="en-GB" b="0" dirty="0"/>
              <a:t>Building on the last theme, particularly Commitment.  We should try to make sure candidate’s expectations are clear before they join.  Obviously, we don’t want to give too much away about the ceremony and RA story itself but we can explain the similarities and differences and of course we can re emphasise the benefits of membership explained in the </a:t>
            </a:r>
            <a:r>
              <a:rPr lang="en-GB" b="1" dirty="0"/>
              <a:t>Discover more </a:t>
            </a:r>
            <a:r>
              <a:rPr lang="en-GB" b="0" dirty="0"/>
              <a:t>booklet</a:t>
            </a:r>
          </a:p>
          <a:p>
            <a:endParaRPr lang="en-GB" b="0" dirty="0"/>
          </a:p>
          <a:p>
            <a:endParaRPr lang="en-GB" b="0" dirty="0"/>
          </a:p>
        </p:txBody>
      </p:sp>
      <p:sp>
        <p:nvSpPr>
          <p:cNvPr id="4" name="Slide Number Placeholder 3">
            <a:extLst>
              <a:ext uri="{FF2B5EF4-FFF2-40B4-BE49-F238E27FC236}">
                <a16:creationId xmlns:a16="http://schemas.microsoft.com/office/drawing/2014/main" id="{D9BD73EC-72F8-5491-2BA6-6298C1E0AB02}"/>
              </a:ext>
            </a:extLst>
          </p:cNvPr>
          <p:cNvSpPr>
            <a:spLocks noGrp="1"/>
          </p:cNvSpPr>
          <p:nvPr>
            <p:ph type="sldNum" sz="quarter" idx="5"/>
          </p:nvPr>
        </p:nvSpPr>
        <p:spPr/>
        <p:txBody>
          <a:bodyPr/>
          <a:lstStyle/>
          <a:p>
            <a:fld id="{7E06454C-7F8A-4777-8532-6680346F7690}" type="slidenum">
              <a:rPr lang="en-GB" smtClean="0"/>
              <a:t>16</a:t>
            </a:fld>
            <a:endParaRPr lang="en-GB"/>
          </a:p>
        </p:txBody>
      </p:sp>
    </p:spTree>
    <p:extLst>
      <p:ext uri="{BB962C8B-B14F-4D97-AF65-F5344CB8AC3E}">
        <p14:creationId xmlns:p14="http://schemas.microsoft.com/office/powerpoint/2010/main" val="284688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20D0-4620-5B55-5973-20C01CCD1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7DA0E-B761-1575-4D5B-9DDB8EA5D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969A9F-8C6A-9F91-3F8A-E9CC9BBCF70B}"/>
              </a:ext>
            </a:extLst>
          </p:cNvPr>
          <p:cNvSpPr>
            <a:spLocks noGrp="1"/>
          </p:cNvSpPr>
          <p:nvPr>
            <p:ph type="body" idx="1"/>
          </p:nvPr>
        </p:nvSpPr>
        <p:spPr/>
        <p:txBody>
          <a:bodyPr/>
          <a:lstStyle/>
          <a:p>
            <a:endParaRPr lang="en-GB" b="0" dirty="0"/>
          </a:p>
          <a:p>
            <a:r>
              <a:rPr lang="en-GB" b="1" dirty="0"/>
              <a:t>Answers, Companionship, Splendour, Yourself</a:t>
            </a:r>
          </a:p>
          <a:p>
            <a:endParaRPr lang="en-GB" b="0" dirty="0"/>
          </a:p>
          <a:p>
            <a:r>
              <a:rPr lang="en-GB" b="0" dirty="0"/>
              <a:t>This theme explains the meetings and festive board and points out the need for new regalia which can be an additional expense.  </a:t>
            </a:r>
          </a:p>
          <a:p>
            <a:endParaRPr lang="en-GB" b="0" dirty="0"/>
          </a:p>
          <a:p>
            <a:r>
              <a:rPr lang="en-GB" b="0" dirty="0"/>
              <a:t>Fees can vary from Chapter to Chapter but are normally much less than Craft fees</a:t>
            </a:r>
          </a:p>
          <a:p>
            <a:endParaRPr lang="en-GB" b="0" dirty="0"/>
          </a:p>
          <a:p>
            <a:r>
              <a:rPr lang="en-GB" b="0" dirty="0"/>
              <a:t>Frequency and timings also vary widely</a:t>
            </a:r>
          </a:p>
          <a:p>
            <a:endParaRPr lang="en-GB" b="0" dirty="0"/>
          </a:p>
          <a:p>
            <a:r>
              <a:rPr lang="en-GB" b="0" dirty="0"/>
              <a:t>It also explains a little about the new vocabulary and the different Officers Scribe and Secretary for example</a:t>
            </a:r>
          </a:p>
          <a:p>
            <a:endParaRPr lang="en-GB" b="0" dirty="0"/>
          </a:p>
          <a:p>
            <a:r>
              <a:rPr lang="en-GB" b="0" dirty="0"/>
              <a:t>And finally there is a word about the Festive Board</a:t>
            </a:r>
          </a:p>
          <a:p>
            <a:endParaRPr lang="en-GB" b="0" dirty="0"/>
          </a:p>
        </p:txBody>
      </p:sp>
      <p:sp>
        <p:nvSpPr>
          <p:cNvPr id="4" name="Slide Number Placeholder 3">
            <a:extLst>
              <a:ext uri="{FF2B5EF4-FFF2-40B4-BE49-F238E27FC236}">
                <a16:creationId xmlns:a16="http://schemas.microsoft.com/office/drawing/2014/main" id="{CEBEB8AC-673E-A586-7609-DB38A81360EE}"/>
              </a:ext>
            </a:extLst>
          </p:cNvPr>
          <p:cNvSpPr>
            <a:spLocks noGrp="1"/>
          </p:cNvSpPr>
          <p:nvPr>
            <p:ph type="sldNum" sz="quarter" idx="5"/>
          </p:nvPr>
        </p:nvSpPr>
        <p:spPr/>
        <p:txBody>
          <a:bodyPr/>
          <a:lstStyle/>
          <a:p>
            <a:fld id="{7E06454C-7F8A-4777-8532-6680346F7690}" type="slidenum">
              <a:rPr lang="en-GB" smtClean="0"/>
              <a:t>19</a:t>
            </a:fld>
            <a:endParaRPr lang="en-GB"/>
          </a:p>
        </p:txBody>
      </p:sp>
    </p:spTree>
    <p:extLst>
      <p:ext uri="{BB962C8B-B14F-4D97-AF65-F5344CB8AC3E}">
        <p14:creationId xmlns:p14="http://schemas.microsoft.com/office/powerpoint/2010/main" val="530515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Putting all this together </a:t>
            </a:r>
            <a:r>
              <a:rPr lang="en-GB" dirty="0"/>
              <a:t>the themes and threads will guide, encourage and support Brethren and Companions to find the best way to recruit new Companions.  </a:t>
            </a:r>
          </a:p>
          <a:p>
            <a:endParaRPr lang="en-GB" dirty="0"/>
          </a:p>
          <a:p>
            <a:r>
              <a:rPr lang="en-GB" dirty="0"/>
              <a:t>It also gives the prospective candidates the information they need to make their final decision and choose the right time to join and the right Chapter for them</a:t>
            </a:r>
          </a:p>
        </p:txBody>
      </p:sp>
      <p:sp>
        <p:nvSpPr>
          <p:cNvPr id="4" name="Slide Number Placeholder 3"/>
          <p:cNvSpPr>
            <a:spLocks noGrp="1"/>
          </p:cNvSpPr>
          <p:nvPr>
            <p:ph type="sldNum" sz="quarter" idx="5"/>
          </p:nvPr>
        </p:nvSpPr>
        <p:spPr/>
        <p:txBody>
          <a:bodyPr/>
          <a:lstStyle/>
          <a:p>
            <a:fld id="{7E06454C-7F8A-4777-8532-6680346F7690}" type="slidenum">
              <a:rPr lang="en-GB" smtClean="0"/>
              <a:t>20</a:t>
            </a:fld>
            <a:endParaRPr lang="en-GB"/>
          </a:p>
        </p:txBody>
      </p:sp>
    </p:spTree>
    <p:extLst>
      <p:ext uri="{BB962C8B-B14F-4D97-AF65-F5344CB8AC3E}">
        <p14:creationId xmlns:p14="http://schemas.microsoft.com/office/powerpoint/2010/main" val="2539375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To summarise - The Continue hub has three themes</a:t>
            </a:r>
          </a:p>
          <a:p>
            <a:endParaRPr lang="en-GB" dirty="0"/>
          </a:p>
          <a:p>
            <a:pPr marL="171450" indent="-171450">
              <a:buFont typeface="Arial" panose="020B0604020202020204" pitchFamily="34" charset="0"/>
              <a:buChar char="•"/>
            </a:pPr>
            <a:r>
              <a:rPr lang="en-GB" dirty="0"/>
              <a:t>Attract future Companions</a:t>
            </a:r>
          </a:p>
          <a:p>
            <a:pPr marL="171450" indent="-171450">
              <a:buFont typeface="Arial" panose="020B0604020202020204" pitchFamily="34" charset="0"/>
              <a:buChar char="•"/>
            </a:pPr>
            <a:r>
              <a:rPr lang="en-GB" dirty="0"/>
              <a:t>Screening prospective candidates</a:t>
            </a:r>
          </a:p>
          <a:p>
            <a:pPr marL="171450" indent="-171450">
              <a:buFont typeface="Arial" panose="020B0604020202020204" pitchFamily="34" charset="0"/>
              <a:buChar char="•"/>
            </a:pPr>
            <a:r>
              <a:rPr lang="en-GB" dirty="0"/>
              <a:t>Expectation management</a:t>
            </a:r>
          </a:p>
          <a:p>
            <a:endParaRPr lang="en-GB" dirty="0"/>
          </a:p>
          <a:p>
            <a:r>
              <a:rPr lang="en-GB" dirty="0"/>
              <a:t>There are also a number threads</a:t>
            </a:r>
          </a:p>
          <a:p>
            <a:endParaRPr lang="en-GB" dirty="0"/>
          </a:p>
          <a:p>
            <a:r>
              <a:rPr lang="en-GB" dirty="0"/>
              <a:t>Within the threads there are more information sheets to help Brethren and Companions promote the Royal Arch and recruit prospective members</a:t>
            </a:r>
          </a:p>
          <a:p>
            <a:endParaRPr lang="en-GB" dirty="0"/>
          </a:p>
          <a:p>
            <a:r>
              <a:rPr lang="en-GB" dirty="0"/>
              <a:t>It also give prospects the information they need to make informed and therefore secure choices in deciding when the time is right for them and which Chapter to join</a:t>
            </a:r>
          </a:p>
        </p:txBody>
      </p:sp>
      <p:sp>
        <p:nvSpPr>
          <p:cNvPr id="4" name="Slide Number Placeholder 3"/>
          <p:cNvSpPr>
            <a:spLocks noGrp="1"/>
          </p:cNvSpPr>
          <p:nvPr>
            <p:ph type="sldNum" sz="quarter" idx="5"/>
          </p:nvPr>
        </p:nvSpPr>
        <p:spPr/>
        <p:txBody>
          <a:bodyPr/>
          <a:lstStyle/>
          <a:p>
            <a:fld id="{7E06454C-7F8A-4777-8532-6680346F7690}" type="slidenum">
              <a:rPr lang="en-GB" smtClean="0"/>
              <a:t>21</a:t>
            </a:fld>
            <a:endParaRPr lang="en-GB"/>
          </a:p>
        </p:txBody>
      </p:sp>
    </p:spTree>
    <p:extLst>
      <p:ext uri="{BB962C8B-B14F-4D97-AF65-F5344CB8AC3E}">
        <p14:creationId xmlns:p14="http://schemas.microsoft.com/office/powerpoint/2010/main" val="3936212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2C18615-2094-48D3-BDC2-768E1182BE5B}" type="slidenum">
              <a:rPr lang="en-GB" smtClean="0"/>
              <a:t>22</a:t>
            </a:fld>
            <a:endParaRPr lang="en-GB"/>
          </a:p>
        </p:txBody>
      </p:sp>
    </p:spTree>
    <p:extLst>
      <p:ext uri="{BB962C8B-B14F-4D97-AF65-F5344CB8AC3E}">
        <p14:creationId xmlns:p14="http://schemas.microsoft.com/office/powerpoint/2010/main" val="3445764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8ABDD14-0B9F-4CE5-9931-CC257DB6626D}" type="datetimeFigureOut">
              <a:rPr lang="en-GB" smtClean="0"/>
              <a:t>19/09/2025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720794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8ABDD14-0B9F-4CE5-9931-CC257DB6626D}" type="datetimeFigureOut">
              <a:rPr lang="en-GB" smtClean="0"/>
              <a:t>19/09/2025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902778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8ABDD14-0B9F-4CE5-9931-CC257DB6626D}" type="datetimeFigureOut">
              <a:rPr lang="en-GB" smtClean="0"/>
              <a:t>19/09/2025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3142425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8ABDD14-0B9F-4CE5-9931-CC257DB6626D}" type="datetimeFigureOut">
              <a:rPr lang="en-GB" smtClean="0"/>
              <a:t>19/09/2025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88496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8ABDD14-0B9F-4CE5-9931-CC257DB6626D}" type="datetimeFigureOut">
              <a:rPr lang="en-GB" smtClean="0"/>
              <a:t>19/09/2025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3456347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8ABDD14-0B9F-4CE5-9931-CC257DB6626D}" type="datetimeFigureOut">
              <a:rPr lang="en-GB" smtClean="0"/>
              <a:t>19/09/2025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4212910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BDD14-0B9F-4CE5-9931-CC257DB6626D}" type="datetimeFigureOut">
              <a:rPr lang="en-GB" smtClean="0"/>
              <a:t>19/09/2025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4091126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ABDD14-0B9F-4CE5-9931-CC257DB6626D}" type="datetimeFigureOut">
              <a:rPr lang="en-GB" smtClean="0"/>
              <a:t>19/09/2025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264837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ABDD14-0B9F-4CE5-9931-CC257DB6626D}" type="datetimeFigureOut">
              <a:rPr lang="en-GB" smtClean="0"/>
              <a:t>19/09/2025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3427601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8ABDD14-0B9F-4CE5-9931-CC257DB6626D}" type="datetimeFigureOut">
              <a:rPr lang="en-GB" smtClean="0"/>
              <a:t>19/09/2025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239851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8ABDD14-0B9F-4CE5-9931-CC257DB6626D}" type="datetimeFigureOut">
              <a:rPr lang="en-GB" smtClean="0"/>
              <a:t>19/09/2025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D1B55D7-BBDF-4BF3-8D8E-9F7773CEA6BB}" type="slidenum">
              <a:rPr lang="en-GB" smtClean="0"/>
              <a:t>‹#›</a:t>
            </a:fld>
            <a:endParaRPr lang="en-GB"/>
          </a:p>
        </p:txBody>
      </p:sp>
    </p:spTree>
    <p:extLst>
      <p:ext uri="{BB962C8B-B14F-4D97-AF65-F5344CB8AC3E}">
        <p14:creationId xmlns:p14="http://schemas.microsoft.com/office/powerpoint/2010/main" val="283118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chemeClr val="tx1"/>
                </a:solidFill>
                <a:latin typeface="Poiret One"/>
                <a:cs typeface="Poiret One"/>
              </a:defRPr>
            </a:lvl1pPr>
          </a:lstStyle>
          <a:p>
            <a:endParaRPr/>
          </a:p>
        </p:txBody>
      </p:sp>
      <p:sp>
        <p:nvSpPr>
          <p:cNvPr id="3" name="Holder 3"/>
          <p:cNvSpPr>
            <a:spLocks noGrp="1"/>
          </p:cNvSpPr>
          <p:nvPr>
            <p:ph sz="half" idx="2"/>
          </p:nvPr>
        </p:nvSpPr>
        <p:spPr>
          <a:xfrm>
            <a:off x="276225" y="1347527"/>
            <a:ext cx="5324951" cy="207749"/>
          </a:xfrm>
          <a:prstGeom prst="rect">
            <a:avLst/>
          </a:prstGeom>
        </p:spPr>
        <p:txBody>
          <a:bodyPr wrap="square" lIns="0" tIns="0" rIns="0" bIns="0">
            <a:spAutoFit/>
          </a:bodyPr>
          <a:lstStyle>
            <a:lvl1pPr>
              <a:defRPr sz="1500" b="0" i="0">
                <a:solidFill>
                  <a:schemeClr val="tx1"/>
                </a:solidFill>
                <a:latin typeface="Calibri"/>
                <a:cs typeface="Calibri"/>
              </a:defRPr>
            </a:lvl1pPr>
          </a:lstStyle>
          <a:p>
            <a:endParaRPr/>
          </a:p>
        </p:txBody>
      </p:sp>
      <p:sp>
        <p:nvSpPr>
          <p:cNvPr id="4" name="Holder 4"/>
          <p:cNvSpPr>
            <a:spLocks noGrp="1"/>
          </p:cNvSpPr>
          <p:nvPr>
            <p:ph sz="half" idx="3"/>
          </p:nvPr>
        </p:nvSpPr>
        <p:spPr>
          <a:xfrm>
            <a:off x="6410325" y="1162051"/>
            <a:ext cx="5289232" cy="207749"/>
          </a:xfrm>
          <a:prstGeom prst="rect">
            <a:avLst/>
          </a:prstGeom>
        </p:spPr>
        <p:txBody>
          <a:bodyPr wrap="square" lIns="0" tIns="0" rIns="0" bIns="0">
            <a:spAutoFit/>
          </a:bodyPr>
          <a:lstStyle>
            <a:lvl1pPr>
              <a:defRPr sz="15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defRPr sz="1125" b="1" i="0">
                <a:solidFill>
                  <a:schemeClr val="bg1"/>
                </a:solidFill>
                <a:latin typeface="Calibri"/>
                <a:cs typeface="Calibri"/>
              </a:defRPr>
            </a:lvl1pPr>
          </a:lstStyle>
          <a:p>
            <a:pPr marL="9525">
              <a:lnSpc>
                <a:spcPts val="1076"/>
              </a:lnSpc>
            </a:pPr>
            <a:r>
              <a:rPr lang="en-GB"/>
              <a:t>BACK</a:t>
            </a:r>
            <a:r>
              <a:rPr lang="en-GB" spc="-49"/>
              <a:t> </a:t>
            </a:r>
            <a:r>
              <a:rPr lang="en-GB" spc="-19"/>
              <a:t>TO</a:t>
            </a:r>
          </a:p>
          <a:p>
            <a:pPr marL="9525">
              <a:lnSpc>
                <a:spcPts val="1643"/>
              </a:lnSpc>
            </a:pPr>
            <a:r>
              <a:rPr lang="en-GB" sz="1425" spc="-8"/>
              <a:t>CONTENTS</a:t>
            </a:r>
            <a:endParaRPr lang="en-GB" sz="142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7" name="Holder 7"/>
          <p:cNvSpPr>
            <a:spLocks noGrp="1"/>
          </p:cNvSpPr>
          <p:nvPr>
            <p:ph type="sldNum" sz="quarter" idx="7"/>
          </p:nvPr>
        </p:nvSpPr>
        <p:spPr/>
        <p:txBody>
          <a:bodyPr lIns="0" tIns="0" rIns="0" bIns="0"/>
          <a:lstStyle>
            <a:lvl1pPr>
              <a:defRPr sz="2250" b="1" i="0">
                <a:solidFill>
                  <a:schemeClr val="bg1"/>
                </a:solidFill>
                <a:latin typeface="Calibri"/>
                <a:cs typeface="Calibri"/>
              </a:defRPr>
            </a:lvl1pPr>
          </a:lstStyle>
          <a:p>
            <a:pPr marL="9525">
              <a:lnSpc>
                <a:spcPts val="2213"/>
              </a:lnSpc>
            </a:pPr>
            <a:fld id="{81D60167-4931-47E6-BA6A-407CBD079E47}" type="slidenum">
              <a:rPr lang="en-GB" spc="-19" smtClean="0"/>
              <a:pPr marL="9525">
                <a:lnSpc>
                  <a:spcPts val="2213"/>
                </a:lnSpc>
              </a:pPr>
              <a:t>‹#›</a:t>
            </a:fld>
            <a:endParaRPr lang="en-GB" spc="-19" dirty="0"/>
          </a:p>
        </p:txBody>
      </p:sp>
    </p:spTree>
    <p:extLst>
      <p:ext uri="{BB962C8B-B14F-4D97-AF65-F5344CB8AC3E}">
        <p14:creationId xmlns:p14="http://schemas.microsoft.com/office/powerpoint/2010/main" val="328674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ABDD14-0B9F-4CE5-9931-CC257DB6626D}" type="datetimeFigureOut">
              <a:rPr lang="en-GB" smtClean="0"/>
              <a:t>19/09/2025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1B55D7-BBDF-4BF3-8D8E-9F7773CEA6BB}" type="slidenum">
              <a:rPr lang="en-GB" smtClean="0"/>
              <a:t>‹#›</a:t>
            </a:fld>
            <a:endParaRPr lang="en-GB"/>
          </a:p>
        </p:txBody>
      </p:sp>
    </p:spTree>
    <p:extLst>
      <p:ext uri="{BB962C8B-B14F-4D97-AF65-F5344CB8AC3E}">
        <p14:creationId xmlns:p14="http://schemas.microsoft.com/office/powerpoint/2010/main" val="36891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70.png"/><Relationship Id="rId10" Type="http://schemas.openxmlformats.org/officeDocument/2006/relationships/image" Target="../media/image90.png"/><Relationship Id="rId4" Type="http://schemas.openxmlformats.org/officeDocument/2006/relationships/customXml" Target="../ink/ink1.xml"/><Relationship Id="rId9" Type="http://schemas.openxmlformats.org/officeDocument/2006/relationships/customXml" Target="../ink/ink4.xml"/></Relationships>
</file>

<file path=ppt/slides/_rels/slide5.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70.png"/><Relationship Id="rId10" Type="http://schemas.openxmlformats.org/officeDocument/2006/relationships/image" Target="../media/image90.png"/><Relationship Id="rId4" Type="http://schemas.openxmlformats.org/officeDocument/2006/relationships/customXml" Target="../ink/ink5.xml"/><Relationship Id="rId9" Type="http://schemas.openxmlformats.org/officeDocument/2006/relationships/customXml" Target="../ink/ink8.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16.png"/><Relationship Id="rId3" Type="http://schemas.openxmlformats.org/officeDocument/2006/relationships/image" Target="../media/image17.png"/><Relationship Id="rId7" Type="http://schemas.openxmlformats.org/officeDocument/2006/relationships/hyperlink" Target="http://buildingtogetheruglesgc.org.uk/UsingTalkingHeadsSupportMaterial.pdf" TargetMode="External"/><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hyperlink" Target="http://buildingtogetheruglesgc.org.uk/ChapterDescriptionSupportMaterial.pdf" TargetMode="External"/><Relationship Id="rId11" Type="http://schemas.openxmlformats.org/officeDocument/2006/relationships/image" Target="../media/image14.png"/><Relationship Id="rId5" Type="http://schemas.openxmlformats.org/officeDocument/2006/relationships/hyperlink" Target="http://buildingtogetheruglesgc.org.uk/UsingDiscoverMoreSupportMaterial.pdf" TargetMode="External"/><Relationship Id="rId10" Type="http://schemas.openxmlformats.org/officeDocument/2006/relationships/image" Target="../media/image13.png"/><Relationship Id="rId4" Type="http://schemas.openxmlformats.org/officeDocument/2006/relationships/hyperlink" Target="http://buildingtogetheruglesgc.org.uk/PromotingYourChapter.pdf" TargetMode="External"/><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customXml" Target="../ink/ink10.xml"/><Relationship Id="rId11" Type="http://schemas.openxmlformats.org/officeDocument/2006/relationships/image" Target="../media/image20.png"/><Relationship Id="rId5" Type="http://schemas.openxmlformats.org/officeDocument/2006/relationships/image" Target="../media/image70.png"/><Relationship Id="rId10" Type="http://schemas.openxmlformats.org/officeDocument/2006/relationships/image" Target="../media/image90.png"/><Relationship Id="rId4" Type="http://schemas.openxmlformats.org/officeDocument/2006/relationships/customXml" Target="../ink/ink9.xml"/><Relationship Id="rId9" Type="http://schemas.openxmlformats.org/officeDocument/2006/relationships/customXml" Target="../ink/ink12.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hyperlink" Target="http://buildingtogetheruglesgc.org.uk/WhyJoinSupportMaterial.pdf" TargetMode="External"/><Relationship Id="rId12" Type="http://schemas.openxmlformats.org/officeDocument/2006/relationships/hyperlink" Target="http://buildingtogetheruglesgc.org.uk/AllCompanionsAreRoyalArchChampions.pdf" TargetMode="External"/><Relationship Id="rId17" Type="http://schemas.openxmlformats.org/officeDocument/2006/relationships/image" Target="../media/image16.png"/><Relationship Id="rId2" Type="http://schemas.openxmlformats.org/officeDocument/2006/relationships/image" Target="../media/image10.png"/><Relationship Id="rId16" Type="http://schemas.openxmlformats.org/officeDocument/2006/relationships/image" Target="../media/image15.png"/><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4.png"/><Relationship Id="rId5" Type="http://schemas.openxmlformats.org/officeDocument/2006/relationships/hyperlink" Target="http://buildingtogetheruglesgc.org.uk/UsingDiscoverMoreSupportMaterial.pdf" TargetMode="External"/><Relationship Id="rId15" Type="http://schemas.openxmlformats.org/officeDocument/2006/relationships/image" Target="../media/image14.png"/><Relationship Id="rId10" Type="http://schemas.openxmlformats.org/officeDocument/2006/relationships/image" Target="../media/image23.png"/><Relationship Id="rId4" Type="http://schemas.openxmlformats.org/officeDocument/2006/relationships/image" Target="../media/image12.png"/><Relationship Id="rId9" Type="http://schemas.openxmlformats.org/officeDocument/2006/relationships/hyperlink" Target="http://buildingtogetheruglesgc.org.uk/WhatNotToSaySupportMaterial.pdf" TargetMode="External"/><Relationship Id="rId1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hyperlink" Target="http://buildingtogetheruglesgc.org.uk/RoyalArchReps.pdf" TargetMode="External"/><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27.png"/><Relationship Id="rId12"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26.png"/><Relationship Id="rId11" Type="http://schemas.openxmlformats.org/officeDocument/2006/relationships/image" Target="../media/image14.png"/><Relationship Id="rId5" Type="http://schemas.openxmlformats.org/officeDocument/2006/relationships/hyperlink" Target="http://buildingtogetheruglesgc.org.uk/UsingTalkingHeadsSupportMaterial.pdf" TargetMode="External"/><Relationship Id="rId10"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8.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buildingtogetheruglesgc.org.uk/WhereProspectiveCompanionsComeFrom.pdf" TargetMode="External"/></Relationships>
</file>

<file path=ppt/slides/_rels/slide13.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customXml" Target="../ink/ink14.xml"/><Relationship Id="rId5" Type="http://schemas.openxmlformats.org/officeDocument/2006/relationships/image" Target="../media/image70.png"/><Relationship Id="rId4" Type="http://schemas.openxmlformats.org/officeDocument/2006/relationships/customXml" Target="../ink/ink13.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hyperlink" Target="http://buildingtogetheruglesgc.org.uk/TheRightChapter.pdf" TargetMode="External"/><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hyperlink" Target="http://buildingtogetheruglesgc.org.uk/Commitment.pdf" TargetMode="External"/><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customXml" Target="../ink/ink17.xml"/><Relationship Id="rId5" Type="http://schemas.openxmlformats.org/officeDocument/2006/relationships/image" Target="../media/image70.png"/><Relationship Id="rId4" Type="http://schemas.openxmlformats.org/officeDocument/2006/relationships/customXml" Target="../ink/ink16.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2.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hyperlink" Target="http://buildingtogetheruglesgc.org.uk/MeetingsAndFestiveBoards.pdf" TargetMode="External"/><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2.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hyperlink" Target="http://buildingtogetheruglesgc.org.uk/Regalia.pdf" TargetMode="External"/><Relationship Id="rId10" Type="http://schemas.openxmlformats.org/officeDocument/2006/relationships/image" Target="../media/image16.png"/><Relationship Id="rId4" Type="http://schemas.openxmlformats.org/officeDocument/2006/relationships/image" Target="../media/image12.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8" Type="http://schemas.openxmlformats.org/officeDocument/2006/relationships/customXml" Target="../ink/ink21.xml"/><Relationship Id="rId3" Type="http://schemas.openxmlformats.org/officeDocument/2006/relationships/image" Target="../media/image6.png"/><Relationship Id="rId7" Type="http://schemas.openxmlformats.org/officeDocument/2006/relationships/image" Target="../media/image8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customXml" Target="../ink/ink20.xml"/><Relationship Id="rId5" Type="http://schemas.openxmlformats.org/officeDocument/2006/relationships/image" Target="../media/image70.png"/><Relationship Id="rId10" Type="http://schemas.openxmlformats.org/officeDocument/2006/relationships/image" Target="../media/image20.png"/><Relationship Id="rId4" Type="http://schemas.openxmlformats.org/officeDocument/2006/relationships/customXml" Target="../ink/ink19.xml"/><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1098" y="-1235489"/>
            <a:ext cx="10814597" cy="6083211"/>
          </a:xfrm>
          <a:prstGeom prst="rect">
            <a:avLst/>
          </a:prstGeom>
        </p:spPr>
      </p:pic>
      <p:sp>
        <p:nvSpPr>
          <p:cNvPr id="4" name="Title 3">
            <a:extLst>
              <a:ext uri="{FF2B5EF4-FFF2-40B4-BE49-F238E27FC236}">
                <a16:creationId xmlns:a16="http://schemas.microsoft.com/office/drawing/2014/main" id="{E92B8779-9A51-F208-5BE2-7352F46E07F8}"/>
              </a:ext>
            </a:extLst>
          </p:cNvPr>
          <p:cNvSpPr>
            <a:spLocks noGrp="1"/>
          </p:cNvSpPr>
          <p:nvPr>
            <p:ph type="ctrTitle"/>
          </p:nvPr>
        </p:nvSpPr>
        <p:spPr>
          <a:xfrm>
            <a:off x="3603171" y="707572"/>
            <a:ext cx="9144000" cy="4418930"/>
          </a:xfrm>
        </p:spPr>
        <p:txBody>
          <a:bodyPr>
            <a:normAutofit/>
          </a:bodyPr>
          <a:lstStyle/>
          <a:p>
            <a:r>
              <a:rPr lang="en-GB" dirty="0">
                <a:solidFill>
                  <a:schemeClr val="bg1"/>
                </a:solidFill>
                <a:latin typeface="Stardos Stencil" panose="02000506070000020003" pitchFamily="2" charset="0"/>
              </a:rPr>
              <a:t>Afternoon Workshop:</a:t>
            </a:r>
            <a:br>
              <a:rPr lang="en-GB" dirty="0">
                <a:solidFill>
                  <a:schemeClr val="bg1"/>
                </a:solidFill>
                <a:latin typeface="Stardos Stencil" panose="02000506070000020003" pitchFamily="2" charset="0"/>
              </a:rPr>
            </a:br>
            <a:r>
              <a:rPr lang="en-GB" sz="4400" i="1" dirty="0">
                <a:solidFill>
                  <a:schemeClr val="bg1"/>
                </a:solidFill>
                <a:latin typeface="Stardos Stencil" panose="02000506070000020003" pitchFamily="2" charset="0"/>
              </a:rPr>
              <a:t>Session 2: Continue</a:t>
            </a:r>
            <a:br>
              <a:rPr lang="en-GB" dirty="0">
                <a:solidFill>
                  <a:schemeClr val="bg1"/>
                </a:solidFill>
                <a:latin typeface="Stardos Stencil" panose="02000506070000020003" pitchFamily="2" charset="0"/>
              </a:rPr>
            </a:br>
            <a:r>
              <a:rPr lang="en-GB" dirty="0">
                <a:solidFill>
                  <a:schemeClr val="bg1"/>
                </a:solidFill>
                <a:latin typeface="Poiret One" panose="02000000000000000000" pitchFamily="2" charset="0"/>
              </a:rPr>
              <a:t> </a:t>
            </a:r>
            <a:br>
              <a:rPr lang="en-GB" dirty="0">
                <a:solidFill>
                  <a:schemeClr val="bg1"/>
                </a:solidFill>
                <a:latin typeface="Poiret One" panose="02000000000000000000" pitchFamily="2" charset="0"/>
              </a:rPr>
            </a:br>
            <a:br>
              <a:rPr lang="en-GB" dirty="0">
                <a:solidFill>
                  <a:schemeClr val="bg1"/>
                </a:solidFill>
                <a:latin typeface="Poiret One" panose="02000000000000000000" pitchFamily="2" charset="0"/>
              </a:rPr>
            </a:br>
            <a:br>
              <a:rPr lang="en-GB" dirty="0">
                <a:solidFill>
                  <a:schemeClr val="bg1"/>
                </a:solidFill>
                <a:latin typeface="Poiret One" panose="02000000000000000000" pitchFamily="2" charset="0"/>
              </a:rPr>
            </a:br>
            <a:r>
              <a:rPr lang="en-GB" sz="2400" dirty="0">
                <a:solidFill>
                  <a:schemeClr val="bg1"/>
                </a:solidFill>
              </a:rPr>
              <a:t>SPOCs, Membership Officers, Communication Officers</a:t>
            </a:r>
            <a:endParaRPr lang="en-GB" dirty="0">
              <a:solidFill>
                <a:schemeClr val="bg1"/>
              </a:solidFill>
              <a:latin typeface="Stardos Stencil" panose="02000506070000020003" pitchFamily="2" charset="0"/>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89824" y="5126502"/>
            <a:ext cx="9612351" cy="1431034"/>
          </a:xfrm>
          <a:prstGeom prst="rect">
            <a:avLst/>
          </a:prstGeom>
        </p:spPr>
      </p:pic>
      <p:sp>
        <p:nvSpPr>
          <p:cNvPr id="6" name="TextBox 5">
            <a:extLst>
              <a:ext uri="{FF2B5EF4-FFF2-40B4-BE49-F238E27FC236}">
                <a16:creationId xmlns:a16="http://schemas.microsoft.com/office/drawing/2014/main" id="{8118D7D2-289B-18E6-8AB6-E51223DB4A68}"/>
              </a:ext>
            </a:extLst>
          </p:cNvPr>
          <p:cNvSpPr txBox="1"/>
          <p:nvPr/>
        </p:nvSpPr>
        <p:spPr>
          <a:xfrm>
            <a:off x="813916" y="3533224"/>
            <a:ext cx="11294347" cy="523220"/>
          </a:xfrm>
          <a:prstGeom prst="rect">
            <a:avLst/>
          </a:prstGeom>
          <a:noFill/>
        </p:spPr>
        <p:txBody>
          <a:bodyPr wrap="square">
            <a:spAutoFit/>
          </a:bodyPr>
          <a:lstStyle/>
          <a:p>
            <a:r>
              <a:rPr lang="en-GB" sz="2800" dirty="0">
                <a:solidFill>
                  <a:schemeClr val="bg1"/>
                </a:solidFill>
                <a:latin typeface="Poiret One" panose="02000000000000000000" pitchFamily="2" charset="0"/>
              </a:rPr>
              <a:t>How Master Masons become the </a:t>
            </a:r>
            <a:r>
              <a:rPr lang="en-GB" sz="2800" i="1" dirty="0">
                <a:solidFill>
                  <a:schemeClr val="bg1"/>
                </a:solidFill>
                <a:latin typeface="Poiret One" panose="02000000000000000000" pitchFamily="2" charset="0"/>
              </a:rPr>
              <a:t>right</a:t>
            </a:r>
            <a:r>
              <a:rPr lang="en-GB" sz="2800" dirty="0">
                <a:solidFill>
                  <a:schemeClr val="bg1"/>
                </a:solidFill>
                <a:latin typeface="Poiret One" panose="02000000000000000000" pitchFamily="2" charset="0"/>
              </a:rPr>
              <a:t> Companions in the </a:t>
            </a:r>
            <a:r>
              <a:rPr lang="en-GB" sz="2800" i="1" dirty="0">
                <a:solidFill>
                  <a:schemeClr val="bg1"/>
                </a:solidFill>
                <a:latin typeface="Poiret One" panose="02000000000000000000" pitchFamily="2" charset="0"/>
              </a:rPr>
              <a:t>right</a:t>
            </a:r>
            <a:r>
              <a:rPr lang="en-GB" sz="2800" dirty="0">
                <a:solidFill>
                  <a:schemeClr val="bg1"/>
                </a:solidFill>
                <a:latin typeface="Poiret One" panose="02000000000000000000" pitchFamily="2" charset="0"/>
              </a:rPr>
              <a:t> Chapter</a:t>
            </a:r>
          </a:p>
        </p:txBody>
      </p:sp>
    </p:spTree>
    <p:extLst>
      <p:ext uri="{BB962C8B-B14F-4D97-AF65-F5344CB8AC3E}">
        <p14:creationId xmlns:p14="http://schemas.microsoft.com/office/powerpoint/2010/main" val="1197742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01957-3FF0-633A-56ED-25A9B6E7021C}"/>
            </a:ext>
          </a:extLst>
        </p:cNvPr>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0" y="-3500265"/>
            <a:ext cx="17144999" cy="14425292"/>
          </a:xfrm>
          <a:prstGeom prst="rect">
            <a:avLst/>
          </a:prstGeom>
        </p:spPr>
      </p:pic>
    </p:spTree>
    <p:extLst>
      <p:ext uri="{BB962C8B-B14F-4D97-AF65-F5344CB8AC3E}">
        <p14:creationId xmlns:p14="http://schemas.microsoft.com/office/powerpoint/2010/main" val="891281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01957-3FF0-633A-56ED-25A9B6E7021C}"/>
            </a:ext>
          </a:extLst>
        </p:cNvPr>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92260" y="-495300"/>
            <a:ext cx="11756880" cy="9891890"/>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76500" y="-2456868"/>
            <a:ext cx="12344400" cy="10386212"/>
          </a:xfrm>
          <a:prstGeom prst="rect">
            <a:avLst/>
          </a:prstGeom>
        </p:spPr>
      </p:pic>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0257" y="543576"/>
            <a:ext cx="925193" cy="1856723"/>
          </a:xfrm>
          <a:prstGeom prst="rect">
            <a:avLst/>
          </a:prstGeom>
        </p:spPr>
      </p:pic>
      <p:pic>
        <p:nvPicPr>
          <p:cNvPr id="6" name="Picture 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968501" y="4481838"/>
            <a:ext cx="965699" cy="1938012"/>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45301" y="1166484"/>
            <a:ext cx="1060949" cy="2129165"/>
          </a:xfrm>
          <a:prstGeom prst="rect">
            <a:avLst/>
          </a:prstGeom>
        </p:spPr>
      </p:pic>
    </p:spTree>
    <p:extLst>
      <p:ext uri="{BB962C8B-B14F-4D97-AF65-F5344CB8AC3E}">
        <p14:creationId xmlns:p14="http://schemas.microsoft.com/office/powerpoint/2010/main" val="1196506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E9E5C3-D29E-8AC7-5170-AB1E6BD40D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169055"/>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5B76F4B-F813-7A98-7275-C99E8ABCAE96}"/>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B5B76F4B-F813-7A98-7275-C99E8ABCAE96}"/>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4D883A82-7CE3-F761-DFB6-B346E9B7023B}"/>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4D883A82-7CE3-F761-DFB6-B346E9B7023B}"/>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5884923-3643-1BB2-12F3-C6A8C114B7CD}"/>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C5884923-3643-1BB2-12F3-C6A8C114B7CD}"/>
                  </a:ext>
                </a:extLst>
              </p:cNvPr>
              <p:cNvPicPr/>
              <p:nvPr/>
            </p:nvPicPr>
            <p:blipFill>
              <a:blip r:embed="rId7"/>
              <a:stretch>
                <a:fillRect/>
              </a:stretch>
            </p:blipFill>
            <p:spPr>
              <a:xfrm>
                <a:off x="3517731" y="586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BE38F39C-F73B-31FE-0FD7-0AC9A5782891}"/>
                  </a:ext>
                </a:extLst>
              </p14:cNvPr>
              <p14:cNvContentPartPr/>
              <p14:nvPr/>
            </p14:nvContentPartPr>
            <p14:xfrm>
              <a:off x="-1190417" y="6226474"/>
              <a:ext cx="360" cy="360"/>
            </p14:xfrm>
          </p:contentPart>
        </mc:Choice>
        <mc:Fallback xmlns="">
          <p:pic>
            <p:nvPicPr>
              <p:cNvPr id="2" name="Ink 1">
                <a:extLst>
                  <a:ext uri="{FF2B5EF4-FFF2-40B4-BE49-F238E27FC236}">
                    <a16:creationId xmlns:a16="http://schemas.microsoft.com/office/drawing/2014/main" id="{BE38F39C-F73B-31FE-0FD7-0AC9A5782891}"/>
                  </a:ext>
                </a:extLst>
              </p:cNvPr>
              <p:cNvPicPr/>
              <p:nvPr/>
            </p:nvPicPr>
            <p:blipFill>
              <a:blip r:embed="rId10"/>
              <a:stretch>
                <a:fillRect/>
              </a:stretch>
            </p:blipFill>
            <p:spPr>
              <a:xfrm>
                <a:off x="-1199417" y="6217834"/>
                <a:ext cx="18000" cy="18000"/>
              </a:xfrm>
              <a:prstGeom prst="rect">
                <a:avLst/>
              </a:prstGeom>
            </p:spPr>
          </p:pic>
        </mc:Fallback>
      </mc:AlternateContent>
    </p:spTree>
    <p:extLst>
      <p:ext uri="{BB962C8B-B14F-4D97-AF65-F5344CB8AC3E}">
        <p14:creationId xmlns:p14="http://schemas.microsoft.com/office/powerpoint/2010/main" val="740001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71B34-BD68-2584-0213-F1FD68EE6F9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091F52A-715D-D9E5-4ECA-D2104B367A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2069" y="-2529663"/>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B1872815-C1F1-A747-E7C4-DEFBF373E384}"/>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B5B76F4B-F813-7A98-7275-C99E8ABCAE96}"/>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21E57EC5-F55B-E55D-7F74-2F2C4EFAA341}"/>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4D883A82-7CE3-F761-DFB6-B346E9B7023B}"/>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6E23631D-9425-3A13-C261-64F084F011F4}"/>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C5884923-3643-1BB2-12F3-C6A8C114B7CD}"/>
                  </a:ext>
                </a:extLst>
              </p:cNvPr>
              <p:cNvPicPr/>
              <p:nvPr/>
            </p:nvPicPr>
            <p:blipFill>
              <a:blip r:embed="rId7"/>
              <a:stretch>
                <a:fillRect/>
              </a:stretch>
            </p:blipFill>
            <p:spPr>
              <a:xfrm>
                <a:off x="3517731" y="586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F791394C-2FE7-D9CF-E6B1-2C3177B29F2A}"/>
                  </a:ext>
                </a:extLst>
              </p14:cNvPr>
              <p14:cNvContentPartPr/>
              <p14:nvPr/>
            </p14:nvContentPartPr>
            <p14:xfrm>
              <a:off x="-1190417" y="6226474"/>
              <a:ext cx="360" cy="360"/>
            </p14:xfrm>
          </p:contentPart>
        </mc:Choice>
        <mc:Fallback xmlns="">
          <p:pic>
            <p:nvPicPr>
              <p:cNvPr id="2" name="Ink 1">
                <a:extLst>
                  <a:ext uri="{FF2B5EF4-FFF2-40B4-BE49-F238E27FC236}">
                    <a16:creationId xmlns:a16="http://schemas.microsoft.com/office/drawing/2014/main" id="{F791394C-2FE7-D9CF-E6B1-2C3177B29F2A}"/>
                  </a:ext>
                </a:extLst>
              </p:cNvPr>
              <p:cNvPicPr/>
              <p:nvPr/>
            </p:nvPicPr>
            <p:blipFill>
              <a:blip r:embed="rId10"/>
              <a:stretch>
                <a:fillRect/>
              </a:stretch>
            </p:blipFill>
            <p:spPr>
              <a:xfrm>
                <a:off x="-1199417" y="6217834"/>
                <a:ext cx="18000" cy="18000"/>
              </a:xfrm>
              <a:prstGeom prst="rect">
                <a:avLst/>
              </a:prstGeom>
            </p:spPr>
          </p:pic>
        </mc:Fallback>
      </mc:AlternateContent>
      <p:pic>
        <p:nvPicPr>
          <p:cNvPr id="3" name="Picture 2">
            <a:extLst>
              <a:ext uri="{FF2B5EF4-FFF2-40B4-BE49-F238E27FC236}">
                <a16:creationId xmlns:a16="http://schemas.microsoft.com/office/drawing/2014/main" id="{F8962E29-FEF1-6D71-9A37-0DE7616CF7B1}"/>
              </a:ext>
            </a:extLst>
          </p:cNvPr>
          <p:cNvPicPr>
            <a:picLocks noChangeAspect="1"/>
          </p:cNvPicPr>
          <p:nvPr/>
        </p:nvPicPr>
        <p:blipFill>
          <a:blip r:embed="rId3" cstate="print">
            <a:extLst>
              <a:ext uri="{28A0092B-C50C-407E-A947-70E740481C1C}">
                <a14:useLocalDpi xmlns:a14="http://schemas.microsoft.com/office/drawing/2010/main" val="0"/>
              </a:ext>
            </a:extLst>
          </a:blip>
          <a:srcRect l="60684" t="53703" r="25443" b="29028"/>
          <a:stretch>
            <a:fillRect/>
          </a:stretch>
        </p:blipFill>
        <p:spPr>
          <a:xfrm>
            <a:off x="7325945" y="888383"/>
            <a:ext cx="3611686" cy="3782686"/>
          </a:xfrm>
          <a:prstGeom prst="rect">
            <a:avLst/>
          </a:prstGeom>
        </p:spPr>
      </p:pic>
      <p:sp>
        <p:nvSpPr>
          <p:cNvPr id="5" name="Up Arrow 4">
            <a:extLst>
              <a:ext uri="{FF2B5EF4-FFF2-40B4-BE49-F238E27FC236}">
                <a16:creationId xmlns:a16="http://schemas.microsoft.com/office/drawing/2014/main" id="{59936619-0BD8-BD1F-4B8C-4A13AE5DEE4F}"/>
              </a:ext>
            </a:extLst>
          </p:cNvPr>
          <p:cNvSpPr/>
          <p:nvPr/>
        </p:nvSpPr>
        <p:spPr>
          <a:xfrm rot="4178776">
            <a:off x="6116982" y="3171630"/>
            <a:ext cx="703385" cy="143115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3069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3" name="object 3"/>
          <p:cNvGrpSpPr/>
          <p:nvPr/>
        </p:nvGrpSpPr>
        <p:grpSpPr>
          <a:xfrm>
            <a:off x="1856292" y="854207"/>
            <a:ext cx="188119" cy="509588"/>
            <a:chOff x="2475056" y="1138943"/>
            <a:chExt cx="250825" cy="679450"/>
          </a:xfrm>
        </p:grpSpPr>
        <p:sp>
          <p:nvSpPr>
            <p:cNvPr id="4" name="object 4"/>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5" name="object 5"/>
            <p:cNvPicPr/>
            <p:nvPr/>
          </p:nvPicPr>
          <p:blipFill>
            <a:blip r:embed="rId3" cstate="print"/>
            <a:stretch>
              <a:fillRect/>
            </a:stretch>
          </p:blipFill>
          <p:spPr>
            <a:xfrm>
              <a:off x="2475056" y="1579874"/>
              <a:ext cx="250494" cy="238239"/>
            </a:xfrm>
            <a:prstGeom prst="rect">
              <a:avLst/>
            </a:prstGeom>
          </p:spPr>
        </p:pic>
      </p:grpSp>
      <p:sp>
        <p:nvSpPr>
          <p:cNvPr id="6" name="object 6"/>
          <p:cNvSpPr txBox="1"/>
          <p:nvPr/>
        </p:nvSpPr>
        <p:spPr>
          <a:xfrm>
            <a:off x="333375" y="763505"/>
            <a:ext cx="5636419" cy="3523400"/>
          </a:xfrm>
          <a:prstGeom prst="rect">
            <a:avLst/>
          </a:prstGeom>
        </p:spPr>
        <p:txBody>
          <a:bodyPr vert="horz" wrap="square" lIns="0" tIns="9525" rIns="0" bIns="0" rtlCol="0">
            <a:spAutoFit/>
          </a:bodyPr>
          <a:lstStyle/>
          <a:p>
            <a:pPr marL="1758315">
              <a:spcBef>
                <a:spcPts val="75"/>
              </a:spcBef>
            </a:pPr>
            <a:r>
              <a:rPr sz="2250" b="1" spc="-8" dirty="0">
                <a:latin typeface="Calibri"/>
                <a:cs typeface="Calibri"/>
              </a:rPr>
              <a:t>Attracting</a:t>
            </a:r>
            <a:r>
              <a:rPr sz="2250" b="1" spc="-83" dirty="0">
                <a:latin typeface="Calibri"/>
                <a:cs typeface="Calibri"/>
              </a:rPr>
              <a:t> </a:t>
            </a:r>
            <a:r>
              <a:rPr sz="2250" b="1" dirty="0">
                <a:latin typeface="Calibri"/>
                <a:cs typeface="Calibri"/>
              </a:rPr>
              <a:t>Future</a:t>
            </a:r>
            <a:r>
              <a:rPr sz="2250" b="1" spc="-79" dirty="0">
                <a:latin typeface="Calibri"/>
                <a:cs typeface="Calibri"/>
              </a:rPr>
              <a:t> </a:t>
            </a:r>
            <a:r>
              <a:rPr sz="2250" b="1" spc="-8" dirty="0">
                <a:latin typeface="Calibri"/>
                <a:cs typeface="Calibri"/>
              </a:rPr>
              <a:t>Companions</a:t>
            </a:r>
            <a:endParaRPr sz="2250">
              <a:latin typeface="Calibri"/>
              <a:cs typeface="Calibri"/>
            </a:endParaRPr>
          </a:p>
          <a:p>
            <a:pPr marL="1763078">
              <a:spcBef>
                <a:spcPts val="75"/>
              </a:spcBef>
            </a:pPr>
            <a:r>
              <a:rPr sz="1875" dirty="0">
                <a:latin typeface="Calibri"/>
                <a:cs typeface="Calibri"/>
              </a:rPr>
              <a:t>Promoting</a:t>
            </a:r>
            <a:r>
              <a:rPr sz="1875" spc="-34" dirty="0">
                <a:latin typeface="Calibri"/>
                <a:cs typeface="Calibri"/>
              </a:rPr>
              <a:t> </a:t>
            </a:r>
            <a:r>
              <a:rPr sz="1875" dirty="0">
                <a:latin typeface="Calibri"/>
                <a:cs typeface="Calibri"/>
              </a:rPr>
              <a:t>your</a:t>
            </a:r>
            <a:r>
              <a:rPr sz="1875" spc="-34" dirty="0">
                <a:latin typeface="Calibri"/>
                <a:cs typeface="Calibri"/>
              </a:rPr>
              <a:t> </a:t>
            </a:r>
            <a:r>
              <a:rPr sz="1875" spc="-8" dirty="0">
                <a:latin typeface="Calibri"/>
                <a:cs typeface="Calibri"/>
              </a:rPr>
              <a:t>Chapter</a:t>
            </a:r>
            <a:endParaRPr sz="1875">
              <a:latin typeface="Calibri"/>
              <a:cs typeface="Calibri"/>
            </a:endParaRPr>
          </a:p>
          <a:p>
            <a:pPr>
              <a:spcBef>
                <a:spcPts val="611"/>
              </a:spcBef>
            </a:pPr>
            <a:endParaRPr sz="1875">
              <a:latin typeface="Calibri"/>
              <a:cs typeface="Calibri"/>
            </a:endParaRPr>
          </a:p>
          <a:p>
            <a:pPr marL="9525" marR="67151">
              <a:lnSpc>
                <a:spcPct val="125000"/>
              </a:lnSpc>
            </a:pPr>
            <a:r>
              <a:rPr sz="1500" dirty="0">
                <a:latin typeface="Calibri"/>
                <a:cs typeface="Calibri"/>
              </a:rPr>
              <a:t>The</a:t>
            </a:r>
            <a:r>
              <a:rPr sz="1500" spc="-38" dirty="0">
                <a:latin typeface="Calibri"/>
                <a:cs typeface="Calibri"/>
              </a:rPr>
              <a:t> </a:t>
            </a:r>
            <a:r>
              <a:rPr sz="1500" dirty="0">
                <a:latin typeface="Calibri"/>
                <a:cs typeface="Calibri"/>
              </a:rPr>
              <a:t>Continue</a:t>
            </a:r>
            <a:r>
              <a:rPr sz="1500" spc="-34" dirty="0">
                <a:latin typeface="Calibri"/>
                <a:cs typeface="Calibri"/>
              </a:rPr>
              <a:t> </a:t>
            </a:r>
            <a:r>
              <a:rPr sz="1500" dirty="0">
                <a:latin typeface="Calibri"/>
                <a:cs typeface="Calibri"/>
              </a:rPr>
              <a:t>Hub,</a:t>
            </a:r>
            <a:r>
              <a:rPr sz="1500" spc="-34" dirty="0">
                <a:latin typeface="Calibri"/>
                <a:cs typeface="Calibri"/>
              </a:rPr>
              <a:t> </a:t>
            </a:r>
            <a:r>
              <a:rPr sz="1500" spc="-8" dirty="0">
                <a:latin typeface="Calibri"/>
                <a:cs typeface="Calibri"/>
              </a:rPr>
              <a:t>focuses</a:t>
            </a:r>
            <a:r>
              <a:rPr sz="1500" spc="-38" dirty="0">
                <a:latin typeface="Calibri"/>
                <a:cs typeface="Calibri"/>
              </a:rPr>
              <a:t> </a:t>
            </a:r>
            <a:r>
              <a:rPr sz="1500" dirty="0">
                <a:latin typeface="Calibri"/>
                <a:cs typeface="Calibri"/>
              </a:rPr>
              <a:t>on</a:t>
            </a:r>
            <a:r>
              <a:rPr sz="1500" spc="-38" dirty="0">
                <a:latin typeface="Calibri"/>
                <a:cs typeface="Calibri"/>
              </a:rPr>
              <a:t> </a:t>
            </a:r>
            <a:r>
              <a:rPr sz="1500" dirty="0">
                <a:latin typeface="Calibri"/>
                <a:cs typeface="Calibri"/>
              </a:rPr>
              <a:t>how</a:t>
            </a:r>
            <a:r>
              <a:rPr sz="1500" spc="-34" dirty="0">
                <a:latin typeface="Calibri"/>
                <a:cs typeface="Calibri"/>
              </a:rPr>
              <a:t> </a:t>
            </a:r>
            <a:r>
              <a:rPr sz="1500" dirty="0">
                <a:latin typeface="Calibri"/>
                <a:cs typeface="Calibri"/>
              </a:rPr>
              <a:t>a</a:t>
            </a:r>
            <a:r>
              <a:rPr sz="1500" spc="-38"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38" dirty="0">
                <a:latin typeface="Calibri"/>
                <a:cs typeface="Calibri"/>
              </a:rPr>
              <a:t> </a:t>
            </a:r>
            <a:r>
              <a:rPr sz="1500" dirty="0">
                <a:latin typeface="Calibri"/>
                <a:cs typeface="Calibri"/>
              </a:rPr>
              <a:t>Chapter</a:t>
            </a:r>
            <a:r>
              <a:rPr sz="1500" spc="-34" dirty="0">
                <a:latin typeface="Calibri"/>
                <a:cs typeface="Calibri"/>
              </a:rPr>
              <a:t> </a:t>
            </a:r>
            <a:r>
              <a:rPr sz="1500" dirty="0">
                <a:latin typeface="Calibri"/>
                <a:cs typeface="Calibri"/>
              </a:rPr>
              <a:t>can</a:t>
            </a:r>
            <a:r>
              <a:rPr sz="1500" spc="-38" dirty="0">
                <a:latin typeface="Calibri"/>
                <a:cs typeface="Calibri"/>
              </a:rPr>
              <a:t> </a:t>
            </a:r>
            <a:r>
              <a:rPr sz="1500" spc="-8" dirty="0">
                <a:latin typeface="Calibri"/>
                <a:cs typeface="Calibri"/>
              </a:rPr>
              <a:t>ensure</a:t>
            </a:r>
            <a:r>
              <a:rPr sz="1500" spc="375" dirty="0">
                <a:latin typeface="Calibri"/>
                <a:cs typeface="Calibri"/>
              </a:rPr>
              <a:t> </a:t>
            </a:r>
            <a:r>
              <a:rPr sz="1500" dirty="0">
                <a:latin typeface="Calibri"/>
                <a:cs typeface="Calibri"/>
              </a:rPr>
              <a:t>they</a:t>
            </a:r>
            <a:r>
              <a:rPr sz="1500" spc="-38" dirty="0">
                <a:latin typeface="Calibri"/>
                <a:cs typeface="Calibri"/>
              </a:rPr>
              <a:t> </a:t>
            </a:r>
            <a:r>
              <a:rPr sz="1500" dirty="0">
                <a:latin typeface="Calibri"/>
                <a:cs typeface="Calibri"/>
              </a:rPr>
              <a:t>have</a:t>
            </a:r>
            <a:r>
              <a:rPr sz="1500" spc="-38"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correct</a:t>
            </a:r>
            <a:r>
              <a:rPr sz="1500" spc="-41" dirty="0">
                <a:latin typeface="Calibri"/>
                <a:cs typeface="Calibri"/>
              </a:rPr>
              <a:t> </a:t>
            </a:r>
            <a:r>
              <a:rPr sz="1500" spc="-8" dirty="0">
                <a:latin typeface="Calibri"/>
                <a:cs typeface="Calibri"/>
              </a:rPr>
              <a:t>resources</a:t>
            </a:r>
            <a:r>
              <a:rPr sz="1500" spc="-41"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promote</a:t>
            </a:r>
            <a:r>
              <a:rPr sz="1500" spc="-38" dirty="0">
                <a:latin typeface="Calibri"/>
                <a:cs typeface="Calibri"/>
              </a:rPr>
              <a:t> </a:t>
            </a:r>
            <a:r>
              <a:rPr sz="1500" dirty="0">
                <a:latin typeface="Calibri"/>
                <a:cs typeface="Calibri"/>
              </a:rPr>
              <a:t>their</a:t>
            </a:r>
            <a:r>
              <a:rPr sz="1500" spc="-38" dirty="0">
                <a:latin typeface="Calibri"/>
                <a:cs typeface="Calibri"/>
              </a:rPr>
              <a:t> </a:t>
            </a:r>
            <a:r>
              <a:rPr sz="1500" dirty="0">
                <a:latin typeface="Calibri"/>
                <a:cs typeface="Calibri"/>
              </a:rPr>
              <a:t>Chapter</a:t>
            </a:r>
            <a:r>
              <a:rPr sz="1500" spc="-38" dirty="0">
                <a:latin typeface="Calibri"/>
                <a:cs typeface="Calibri"/>
              </a:rPr>
              <a:t> </a:t>
            </a:r>
            <a:r>
              <a:rPr sz="1500" dirty="0">
                <a:latin typeface="Calibri"/>
                <a:cs typeface="Calibri"/>
              </a:rPr>
              <a:t>and</a:t>
            </a:r>
            <a:r>
              <a:rPr sz="1500" spc="-41" dirty="0">
                <a:latin typeface="Calibri"/>
                <a:cs typeface="Calibri"/>
              </a:rPr>
              <a:t> </a:t>
            </a:r>
            <a:r>
              <a:rPr sz="1500" dirty="0">
                <a:latin typeface="Calibri"/>
                <a:cs typeface="Calibri"/>
              </a:rPr>
              <a:t>how</a:t>
            </a:r>
            <a:r>
              <a:rPr sz="1500" spc="-34" dirty="0">
                <a:latin typeface="Calibri"/>
                <a:cs typeface="Calibri"/>
              </a:rPr>
              <a:t> </a:t>
            </a:r>
            <a:r>
              <a:rPr sz="1500" spc="-15" dirty="0">
                <a:latin typeface="Calibri"/>
                <a:cs typeface="Calibri"/>
              </a:rPr>
              <a:t>each</a:t>
            </a:r>
            <a:endParaRPr sz="1500">
              <a:latin typeface="Calibri"/>
              <a:cs typeface="Calibri"/>
            </a:endParaRPr>
          </a:p>
          <a:p>
            <a:pPr marL="9525" marR="3810">
              <a:lnSpc>
                <a:spcPct val="125000"/>
              </a:lnSpc>
            </a:pPr>
            <a:r>
              <a:rPr sz="1500" dirty="0">
                <a:latin typeface="Calibri"/>
                <a:cs typeface="Calibri"/>
              </a:rPr>
              <a:t>Companion</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be</a:t>
            </a:r>
            <a:r>
              <a:rPr sz="1500" spc="-34" dirty="0">
                <a:latin typeface="Calibri"/>
                <a:cs typeface="Calibri"/>
              </a:rPr>
              <a:t> </a:t>
            </a:r>
            <a:r>
              <a:rPr sz="1500" spc="-8" dirty="0">
                <a:latin typeface="Calibri"/>
                <a:cs typeface="Calibri"/>
              </a:rPr>
              <a:t>empowered</a:t>
            </a:r>
            <a:r>
              <a:rPr sz="1500" spc="-38"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speak</a:t>
            </a:r>
            <a:r>
              <a:rPr sz="1500" spc="-34" dirty="0">
                <a:latin typeface="Calibri"/>
                <a:cs typeface="Calibri"/>
              </a:rPr>
              <a:t> </a:t>
            </a:r>
            <a:r>
              <a:rPr sz="1500" dirty="0">
                <a:latin typeface="Calibri"/>
                <a:cs typeface="Calibri"/>
              </a:rPr>
              <a:t>with</a:t>
            </a:r>
            <a:r>
              <a:rPr sz="1500" spc="-38" dirty="0">
                <a:latin typeface="Calibri"/>
                <a:cs typeface="Calibri"/>
              </a:rPr>
              <a:t> </a:t>
            </a:r>
            <a:r>
              <a:rPr sz="1500" dirty="0">
                <a:latin typeface="Calibri"/>
                <a:cs typeface="Calibri"/>
              </a:rPr>
              <a:t>knowledge</a:t>
            </a:r>
            <a:r>
              <a:rPr sz="1500" spc="-34" dirty="0">
                <a:latin typeface="Calibri"/>
                <a:cs typeface="Calibri"/>
              </a:rPr>
              <a:t> </a:t>
            </a:r>
            <a:r>
              <a:rPr sz="1500" dirty="0">
                <a:latin typeface="Calibri"/>
                <a:cs typeface="Calibri"/>
              </a:rPr>
              <a:t>and</a:t>
            </a:r>
            <a:r>
              <a:rPr sz="1500" spc="-34" dirty="0">
                <a:latin typeface="Calibri"/>
                <a:cs typeface="Calibri"/>
              </a:rPr>
              <a:t> </a:t>
            </a:r>
            <a:r>
              <a:rPr sz="1500" spc="-8" dirty="0">
                <a:latin typeface="Calibri"/>
                <a:cs typeface="Calibri"/>
              </a:rPr>
              <a:t>confidence </a:t>
            </a:r>
            <a:r>
              <a:rPr sz="1500" dirty="0">
                <a:latin typeface="Calibri"/>
                <a:cs typeface="Calibri"/>
              </a:rPr>
              <a:t>of</a:t>
            </a:r>
            <a:r>
              <a:rPr sz="1500" spc="-30" dirty="0">
                <a:latin typeface="Calibri"/>
                <a:cs typeface="Calibri"/>
              </a:rPr>
              <a:t> </a:t>
            </a:r>
            <a:r>
              <a:rPr sz="1500" dirty="0">
                <a:latin typeface="Calibri"/>
                <a:cs typeface="Calibri"/>
              </a:rPr>
              <a:t>what</a:t>
            </a:r>
            <a:r>
              <a:rPr sz="1500" spc="-30" dirty="0">
                <a:latin typeface="Calibri"/>
                <a:cs typeface="Calibri"/>
              </a:rPr>
              <a:t> </a:t>
            </a:r>
            <a:r>
              <a:rPr sz="1500" dirty="0">
                <a:latin typeface="Calibri"/>
                <a:cs typeface="Calibri"/>
              </a:rPr>
              <a:t>it</a:t>
            </a:r>
            <a:r>
              <a:rPr sz="1500" spc="-30" dirty="0">
                <a:latin typeface="Calibri"/>
                <a:cs typeface="Calibri"/>
              </a:rPr>
              <a:t> </a:t>
            </a:r>
            <a:r>
              <a:rPr sz="1500" dirty="0">
                <a:latin typeface="Calibri"/>
                <a:cs typeface="Calibri"/>
              </a:rPr>
              <a:t>means</a:t>
            </a:r>
            <a:r>
              <a:rPr sz="1500" spc="-30" dirty="0">
                <a:latin typeface="Calibri"/>
                <a:cs typeface="Calibri"/>
              </a:rPr>
              <a:t> </a:t>
            </a:r>
            <a:r>
              <a:rPr sz="1500" dirty="0">
                <a:latin typeface="Calibri"/>
                <a:cs typeface="Calibri"/>
              </a:rPr>
              <a:t>for</a:t>
            </a:r>
            <a:r>
              <a:rPr sz="1500" spc="-26" dirty="0">
                <a:latin typeface="Calibri"/>
                <a:cs typeface="Calibri"/>
              </a:rPr>
              <a:t> </a:t>
            </a:r>
            <a:r>
              <a:rPr sz="1500" dirty="0">
                <a:latin typeface="Calibri"/>
                <a:cs typeface="Calibri"/>
              </a:rPr>
              <a:t>them</a:t>
            </a:r>
            <a:r>
              <a:rPr sz="1500" spc="-26" dirty="0">
                <a:latin typeface="Calibri"/>
                <a:cs typeface="Calibri"/>
              </a:rPr>
              <a:t> </a:t>
            </a:r>
            <a:r>
              <a:rPr sz="1500" dirty="0">
                <a:latin typeface="Calibri"/>
                <a:cs typeface="Calibri"/>
              </a:rPr>
              <a:t>to</a:t>
            </a:r>
            <a:r>
              <a:rPr sz="1500" spc="-30" dirty="0">
                <a:latin typeface="Calibri"/>
                <a:cs typeface="Calibri"/>
              </a:rPr>
              <a:t> </a:t>
            </a:r>
            <a:r>
              <a:rPr sz="1500" dirty="0">
                <a:latin typeface="Calibri"/>
                <a:cs typeface="Calibri"/>
              </a:rPr>
              <a:t>me</a:t>
            </a:r>
            <a:r>
              <a:rPr sz="1500" spc="-26" dirty="0">
                <a:latin typeface="Calibri"/>
                <a:cs typeface="Calibri"/>
              </a:rPr>
              <a:t> </a:t>
            </a:r>
            <a:r>
              <a:rPr sz="1500" dirty="0">
                <a:latin typeface="Calibri"/>
                <a:cs typeface="Calibri"/>
              </a:rPr>
              <a:t>a</a:t>
            </a:r>
            <a:r>
              <a:rPr sz="1500" spc="-30" dirty="0">
                <a:latin typeface="Calibri"/>
                <a:cs typeface="Calibri"/>
              </a:rPr>
              <a:t> </a:t>
            </a:r>
            <a:r>
              <a:rPr sz="1500" dirty="0">
                <a:latin typeface="Calibri"/>
                <a:cs typeface="Calibri"/>
              </a:rPr>
              <a:t>member</a:t>
            </a:r>
            <a:r>
              <a:rPr sz="1500" spc="-26"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The</a:t>
            </a:r>
            <a:r>
              <a:rPr sz="1500" spc="-26" dirty="0">
                <a:latin typeface="Calibri"/>
                <a:cs typeface="Calibri"/>
              </a:rPr>
              <a:t> </a:t>
            </a:r>
            <a:r>
              <a:rPr sz="1500" spc="-8" dirty="0">
                <a:latin typeface="Calibri"/>
                <a:cs typeface="Calibri"/>
              </a:rPr>
              <a:t>Royal</a:t>
            </a:r>
            <a:r>
              <a:rPr sz="1500" spc="-30" dirty="0">
                <a:latin typeface="Calibri"/>
                <a:cs typeface="Calibri"/>
              </a:rPr>
              <a:t> </a:t>
            </a:r>
            <a:r>
              <a:rPr sz="1500" spc="-8" dirty="0">
                <a:latin typeface="Calibri"/>
                <a:cs typeface="Calibri"/>
              </a:rPr>
              <a:t>Arch.</a:t>
            </a:r>
            <a:endParaRPr sz="1500">
              <a:latin typeface="Calibri"/>
              <a:cs typeface="Calibri"/>
            </a:endParaRPr>
          </a:p>
          <a:p>
            <a:pPr marL="170497" marR="237173" indent="-160972">
              <a:lnSpc>
                <a:spcPct val="125000"/>
              </a:lnSpc>
              <a:spcBef>
                <a:spcPts val="1500"/>
              </a:spcBef>
              <a:buChar char="•"/>
              <a:tabLst>
                <a:tab pos="171450" algn="l"/>
              </a:tabLst>
            </a:pPr>
            <a:r>
              <a:rPr sz="1500" dirty="0">
                <a:latin typeface="Calibri"/>
                <a:cs typeface="Calibri"/>
              </a:rPr>
              <a:t>When</a:t>
            </a:r>
            <a:r>
              <a:rPr sz="1500" spc="-38" dirty="0">
                <a:latin typeface="Calibri"/>
                <a:cs typeface="Calibri"/>
              </a:rPr>
              <a:t> </a:t>
            </a:r>
            <a:r>
              <a:rPr sz="1500" dirty="0">
                <a:latin typeface="Calibri"/>
                <a:cs typeface="Calibri"/>
              </a:rPr>
              <a:t>promoting</a:t>
            </a:r>
            <a:r>
              <a:rPr sz="1500" spc="-34" dirty="0">
                <a:latin typeface="Calibri"/>
                <a:cs typeface="Calibri"/>
              </a:rPr>
              <a:t> </a:t>
            </a:r>
            <a:r>
              <a:rPr sz="1500" dirty="0">
                <a:latin typeface="Calibri"/>
                <a:cs typeface="Calibri"/>
              </a:rPr>
              <a:t>your</a:t>
            </a:r>
            <a:r>
              <a:rPr sz="1500" spc="-38" dirty="0">
                <a:latin typeface="Calibri"/>
                <a:cs typeface="Calibri"/>
              </a:rPr>
              <a:t> </a:t>
            </a:r>
            <a:r>
              <a:rPr sz="1500" dirty="0">
                <a:latin typeface="Calibri"/>
                <a:cs typeface="Calibri"/>
              </a:rPr>
              <a:t>Chapter</a:t>
            </a:r>
            <a:r>
              <a:rPr sz="1500" spc="-34" dirty="0">
                <a:latin typeface="Calibri"/>
                <a:cs typeface="Calibri"/>
              </a:rPr>
              <a:t> </a:t>
            </a:r>
            <a:r>
              <a:rPr sz="1500" dirty="0">
                <a:latin typeface="Calibri"/>
                <a:cs typeface="Calibri"/>
              </a:rPr>
              <a:t>you</a:t>
            </a:r>
            <a:r>
              <a:rPr sz="1500" spc="-38" dirty="0">
                <a:latin typeface="Calibri"/>
                <a:cs typeface="Calibri"/>
              </a:rPr>
              <a:t> </a:t>
            </a:r>
            <a:r>
              <a:rPr sz="1500" dirty="0">
                <a:latin typeface="Calibri"/>
                <a:cs typeface="Calibri"/>
              </a:rPr>
              <a:t>are</a:t>
            </a:r>
            <a:r>
              <a:rPr sz="1500" spc="-34" dirty="0">
                <a:latin typeface="Calibri"/>
                <a:cs typeface="Calibri"/>
              </a:rPr>
              <a:t> </a:t>
            </a:r>
            <a:r>
              <a:rPr sz="1500" dirty="0">
                <a:latin typeface="Calibri"/>
                <a:cs typeface="Calibri"/>
              </a:rPr>
              <a:t>speaking</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an</a:t>
            </a:r>
            <a:r>
              <a:rPr sz="1500" spc="-38" dirty="0">
                <a:latin typeface="Calibri"/>
                <a:cs typeface="Calibri"/>
              </a:rPr>
              <a:t> </a:t>
            </a:r>
            <a:r>
              <a:rPr sz="1500" dirty="0">
                <a:latin typeface="Calibri"/>
                <a:cs typeface="Calibri"/>
              </a:rPr>
              <a:t>audience</a:t>
            </a:r>
            <a:r>
              <a:rPr sz="1500" spc="-34" dirty="0">
                <a:latin typeface="Calibri"/>
                <a:cs typeface="Calibri"/>
              </a:rPr>
              <a:t> </a:t>
            </a:r>
            <a:r>
              <a:rPr sz="1500" spc="-19" dirty="0">
                <a:latin typeface="Calibri"/>
                <a:cs typeface="Calibri"/>
              </a:rPr>
              <a:t>of 	</a:t>
            </a:r>
            <a:r>
              <a:rPr sz="1500" spc="-8" dirty="0">
                <a:latin typeface="Calibri"/>
                <a:cs typeface="Calibri"/>
              </a:rPr>
              <a:t>Master</a:t>
            </a:r>
            <a:r>
              <a:rPr sz="1500" spc="-34" dirty="0">
                <a:latin typeface="Calibri"/>
                <a:cs typeface="Calibri"/>
              </a:rPr>
              <a:t> </a:t>
            </a:r>
            <a:r>
              <a:rPr sz="1500" dirty="0">
                <a:latin typeface="Calibri"/>
                <a:cs typeface="Calibri"/>
              </a:rPr>
              <a:t>Masons.</a:t>
            </a:r>
            <a:r>
              <a:rPr sz="1500" spc="-38" dirty="0">
                <a:latin typeface="Calibri"/>
                <a:cs typeface="Calibri"/>
              </a:rPr>
              <a:t> </a:t>
            </a:r>
            <a:r>
              <a:rPr sz="1500" dirty="0">
                <a:latin typeface="Calibri"/>
                <a:cs typeface="Calibri"/>
              </a:rPr>
              <a:t>In</a:t>
            </a:r>
            <a:r>
              <a:rPr sz="1500" spc="-38" dirty="0">
                <a:latin typeface="Calibri"/>
                <a:cs typeface="Calibri"/>
              </a:rPr>
              <a:t> </a:t>
            </a:r>
            <a:r>
              <a:rPr sz="1500" spc="-8" dirty="0">
                <a:latin typeface="Calibri"/>
                <a:cs typeface="Calibri"/>
              </a:rPr>
              <a:t>contrast</a:t>
            </a:r>
            <a:r>
              <a:rPr sz="1500" spc="-38"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when</a:t>
            </a:r>
            <a:r>
              <a:rPr sz="1500" spc="-38" dirty="0">
                <a:latin typeface="Calibri"/>
                <a:cs typeface="Calibri"/>
              </a:rPr>
              <a:t> </a:t>
            </a:r>
            <a:r>
              <a:rPr sz="1500" dirty="0">
                <a:latin typeface="Calibri"/>
                <a:cs typeface="Calibri"/>
              </a:rPr>
              <a:t>someone</a:t>
            </a:r>
            <a:r>
              <a:rPr sz="1500" spc="-34" dirty="0">
                <a:latin typeface="Calibri"/>
                <a:cs typeface="Calibri"/>
              </a:rPr>
              <a:t> </a:t>
            </a:r>
            <a:r>
              <a:rPr sz="1500" dirty="0">
                <a:latin typeface="Calibri"/>
                <a:cs typeface="Calibri"/>
              </a:rPr>
              <a:t>is</a:t>
            </a:r>
            <a:r>
              <a:rPr sz="1500" spc="-38" dirty="0">
                <a:latin typeface="Calibri"/>
                <a:cs typeface="Calibri"/>
              </a:rPr>
              <a:t> </a:t>
            </a:r>
            <a:r>
              <a:rPr sz="1500" dirty="0">
                <a:latin typeface="Calibri"/>
                <a:cs typeface="Calibri"/>
              </a:rPr>
              <a:t>at</a:t>
            </a:r>
            <a:r>
              <a:rPr sz="1500" spc="-38"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start</a:t>
            </a:r>
            <a:r>
              <a:rPr sz="1500" spc="-38" dirty="0">
                <a:latin typeface="Calibri"/>
                <a:cs typeface="Calibri"/>
              </a:rPr>
              <a:t> </a:t>
            </a:r>
            <a:r>
              <a:rPr sz="1500" dirty="0">
                <a:latin typeface="Calibri"/>
                <a:cs typeface="Calibri"/>
              </a:rPr>
              <a:t>of</a:t>
            </a:r>
            <a:r>
              <a:rPr sz="1500" spc="-34" dirty="0">
                <a:latin typeface="Calibri"/>
                <a:cs typeface="Calibri"/>
              </a:rPr>
              <a:t> </a:t>
            </a:r>
            <a:r>
              <a:rPr sz="1500" spc="-8" dirty="0">
                <a:latin typeface="Calibri"/>
                <a:cs typeface="Calibri"/>
              </a:rPr>
              <a:t>their 	</a:t>
            </a:r>
            <a:r>
              <a:rPr sz="1500" dirty="0">
                <a:latin typeface="Calibri"/>
                <a:cs typeface="Calibri"/>
              </a:rPr>
              <a:t>journey</a:t>
            </a:r>
            <a:r>
              <a:rPr sz="1500" spc="-34" dirty="0">
                <a:latin typeface="Calibri"/>
                <a:cs typeface="Calibri"/>
              </a:rPr>
              <a:t> </a:t>
            </a:r>
            <a:r>
              <a:rPr sz="1500" dirty="0">
                <a:latin typeface="Calibri"/>
                <a:cs typeface="Calibri"/>
              </a:rPr>
              <a:t>you</a:t>
            </a:r>
            <a:r>
              <a:rPr sz="1500" spc="-38" dirty="0">
                <a:latin typeface="Calibri"/>
                <a:cs typeface="Calibri"/>
              </a:rPr>
              <a:t> </a:t>
            </a:r>
            <a:r>
              <a:rPr sz="1500" dirty="0">
                <a:latin typeface="Calibri"/>
                <a:cs typeface="Calibri"/>
              </a:rPr>
              <a:t>will</a:t>
            </a:r>
            <a:r>
              <a:rPr sz="1500" spc="-34" dirty="0">
                <a:latin typeface="Calibri"/>
                <a:cs typeface="Calibri"/>
              </a:rPr>
              <a:t> </a:t>
            </a:r>
            <a:r>
              <a:rPr sz="1500" dirty="0">
                <a:latin typeface="Calibri"/>
                <a:cs typeface="Calibri"/>
              </a:rPr>
              <a:t>be</a:t>
            </a:r>
            <a:r>
              <a:rPr sz="1500" spc="-34" dirty="0">
                <a:latin typeface="Calibri"/>
                <a:cs typeface="Calibri"/>
              </a:rPr>
              <a:t> </a:t>
            </a:r>
            <a:r>
              <a:rPr sz="1500" dirty="0">
                <a:latin typeface="Calibri"/>
                <a:cs typeface="Calibri"/>
              </a:rPr>
              <a:t>speaking</a:t>
            </a:r>
            <a:r>
              <a:rPr sz="1500" spc="-30"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Brethren</a:t>
            </a:r>
            <a:r>
              <a:rPr sz="1500" spc="-34" dirty="0">
                <a:latin typeface="Calibri"/>
                <a:cs typeface="Calibri"/>
              </a:rPr>
              <a:t> </a:t>
            </a:r>
            <a:r>
              <a:rPr sz="1500" dirty="0">
                <a:latin typeface="Calibri"/>
                <a:cs typeface="Calibri"/>
              </a:rPr>
              <a:t>who</a:t>
            </a:r>
            <a:r>
              <a:rPr sz="1500" spc="-38" dirty="0">
                <a:latin typeface="Calibri"/>
                <a:cs typeface="Calibri"/>
              </a:rPr>
              <a:t> </a:t>
            </a:r>
            <a:r>
              <a:rPr sz="1500" dirty="0">
                <a:latin typeface="Calibri"/>
                <a:cs typeface="Calibri"/>
              </a:rPr>
              <a:t>can</a:t>
            </a:r>
            <a:r>
              <a:rPr sz="1500" spc="-34" dirty="0">
                <a:latin typeface="Calibri"/>
                <a:cs typeface="Calibri"/>
              </a:rPr>
              <a:t> </a:t>
            </a:r>
            <a:r>
              <a:rPr sz="1500" spc="-8" dirty="0">
                <a:latin typeface="Calibri"/>
                <a:cs typeface="Calibri"/>
              </a:rPr>
              <a:t>understand</a:t>
            </a:r>
            <a:r>
              <a:rPr sz="1500" spc="-38" dirty="0">
                <a:latin typeface="Calibri"/>
                <a:cs typeface="Calibri"/>
              </a:rPr>
              <a:t> </a:t>
            </a:r>
            <a:r>
              <a:rPr sz="1500" spc="-19" dirty="0">
                <a:latin typeface="Calibri"/>
                <a:cs typeface="Calibri"/>
              </a:rPr>
              <a:t>and 	</a:t>
            </a:r>
            <a:r>
              <a:rPr sz="1500" spc="-8" dirty="0">
                <a:latin typeface="Calibri"/>
                <a:cs typeface="Calibri"/>
              </a:rPr>
              <a:t>appreciate</a:t>
            </a:r>
            <a:r>
              <a:rPr sz="1500" spc="-45" dirty="0">
                <a:latin typeface="Calibri"/>
                <a:cs typeface="Calibri"/>
              </a:rPr>
              <a:t> </a:t>
            </a:r>
            <a:r>
              <a:rPr sz="1500" dirty="0">
                <a:latin typeface="Calibri"/>
                <a:cs typeface="Calibri"/>
              </a:rPr>
              <a:t>some</a:t>
            </a:r>
            <a:r>
              <a:rPr sz="1500" spc="-41" dirty="0">
                <a:latin typeface="Calibri"/>
                <a:cs typeface="Calibri"/>
              </a:rPr>
              <a:t> </a:t>
            </a:r>
            <a:r>
              <a:rPr sz="1500" dirty="0">
                <a:latin typeface="Calibri"/>
                <a:cs typeface="Calibri"/>
              </a:rPr>
              <a:t>aspects</a:t>
            </a:r>
            <a:r>
              <a:rPr sz="1500" spc="-45" dirty="0">
                <a:latin typeface="Calibri"/>
                <a:cs typeface="Calibri"/>
              </a:rPr>
              <a:t> </a:t>
            </a:r>
            <a:r>
              <a:rPr sz="1500" dirty="0">
                <a:latin typeface="Calibri"/>
                <a:cs typeface="Calibri"/>
              </a:rPr>
              <a:t>of</a:t>
            </a:r>
            <a:r>
              <a:rPr sz="1500" spc="-45" dirty="0">
                <a:latin typeface="Calibri"/>
                <a:cs typeface="Calibri"/>
              </a:rPr>
              <a:t> </a:t>
            </a:r>
            <a:r>
              <a:rPr sz="1500" dirty="0">
                <a:latin typeface="Calibri"/>
                <a:cs typeface="Calibri"/>
              </a:rPr>
              <a:t>masonic</a:t>
            </a:r>
            <a:r>
              <a:rPr sz="1500" spc="-41" dirty="0">
                <a:latin typeface="Calibri"/>
                <a:cs typeface="Calibri"/>
              </a:rPr>
              <a:t> </a:t>
            </a:r>
            <a:r>
              <a:rPr sz="1500" dirty="0">
                <a:latin typeface="Calibri"/>
                <a:cs typeface="Calibri"/>
              </a:rPr>
              <a:t>culture</a:t>
            </a:r>
            <a:r>
              <a:rPr sz="1500" spc="-41" dirty="0">
                <a:latin typeface="Calibri"/>
                <a:cs typeface="Calibri"/>
              </a:rPr>
              <a:t> </a:t>
            </a:r>
            <a:r>
              <a:rPr sz="1500" dirty="0">
                <a:latin typeface="Calibri"/>
                <a:cs typeface="Calibri"/>
              </a:rPr>
              <a:t>and</a:t>
            </a:r>
            <a:r>
              <a:rPr sz="1500" spc="-45" dirty="0">
                <a:latin typeface="Calibri"/>
                <a:cs typeface="Calibri"/>
              </a:rPr>
              <a:t> </a:t>
            </a:r>
            <a:r>
              <a:rPr sz="1500" spc="-8" dirty="0">
                <a:latin typeface="Calibri"/>
                <a:cs typeface="Calibri"/>
              </a:rPr>
              <a:t>practice.</a:t>
            </a:r>
            <a:endParaRPr sz="1500">
              <a:latin typeface="Calibri"/>
              <a:cs typeface="Calibri"/>
            </a:endParaRPr>
          </a:p>
        </p:txBody>
      </p:sp>
      <p:pic>
        <p:nvPicPr>
          <p:cNvPr id="7" name="object 7"/>
          <p:cNvPicPr/>
          <p:nvPr/>
        </p:nvPicPr>
        <p:blipFill>
          <a:blip r:embed="rId4" cstate="print"/>
          <a:stretch>
            <a:fillRect/>
          </a:stretch>
        </p:blipFill>
        <p:spPr>
          <a:xfrm>
            <a:off x="342900" y="315496"/>
            <a:ext cx="1392564" cy="1230935"/>
          </a:xfrm>
          <a:prstGeom prst="rect">
            <a:avLst/>
          </a:prstGeom>
        </p:spPr>
      </p:pic>
      <p:sp>
        <p:nvSpPr>
          <p:cNvPr id="8" name="object 8"/>
          <p:cNvSpPr txBox="1"/>
          <p:nvPr/>
        </p:nvSpPr>
        <p:spPr>
          <a:xfrm>
            <a:off x="6524625" y="1770075"/>
            <a:ext cx="5291613" cy="3087384"/>
          </a:xfrm>
          <a:prstGeom prst="rect">
            <a:avLst/>
          </a:prstGeom>
        </p:spPr>
        <p:txBody>
          <a:bodyPr vert="horz" wrap="square" lIns="0" tIns="9525" rIns="0" bIns="0" rtlCol="0">
            <a:spAutoFit/>
          </a:bodyPr>
          <a:lstStyle/>
          <a:p>
            <a:pPr marL="170497" marR="3810" indent="-160972">
              <a:lnSpc>
                <a:spcPct val="125000"/>
              </a:lnSpc>
              <a:spcBef>
                <a:spcPts val="75"/>
              </a:spcBef>
              <a:buChar char="•"/>
              <a:tabLst>
                <a:tab pos="171450" algn="l"/>
              </a:tabLst>
            </a:pPr>
            <a:r>
              <a:rPr sz="1500" dirty="0">
                <a:latin typeface="Calibri"/>
                <a:cs typeface="Calibri"/>
              </a:rPr>
              <a:t>Developing</a:t>
            </a:r>
            <a:r>
              <a:rPr sz="1500" spc="-41" dirty="0">
                <a:latin typeface="Calibri"/>
                <a:cs typeface="Calibri"/>
              </a:rPr>
              <a:t> </a:t>
            </a:r>
            <a:r>
              <a:rPr sz="1500" dirty="0">
                <a:latin typeface="Calibri"/>
                <a:cs typeface="Calibri"/>
              </a:rPr>
              <a:t>a</a:t>
            </a:r>
            <a:r>
              <a:rPr sz="1500" spc="-45" dirty="0">
                <a:latin typeface="Calibri"/>
                <a:cs typeface="Calibri"/>
              </a:rPr>
              <a:t> </a:t>
            </a:r>
            <a:r>
              <a:rPr sz="1500" dirty="0">
                <a:latin typeface="Calibri"/>
                <a:cs typeface="Calibri"/>
              </a:rPr>
              <a:t>Chapter</a:t>
            </a:r>
            <a:r>
              <a:rPr sz="1500" spc="-41" dirty="0">
                <a:latin typeface="Calibri"/>
                <a:cs typeface="Calibri"/>
              </a:rPr>
              <a:t> </a:t>
            </a:r>
            <a:r>
              <a:rPr sz="1500" spc="-8" dirty="0">
                <a:latin typeface="Calibri"/>
                <a:cs typeface="Calibri"/>
              </a:rPr>
              <a:t>Information</a:t>
            </a:r>
            <a:r>
              <a:rPr sz="1500" spc="-45" dirty="0">
                <a:latin typeface="Calibri"/>
                <a:cs typeface="Calibri"/>
              </a:rPr>
              <a:t> </a:t>
            </a:r>
            <a:r>
              <a:rPr sz="1500" dirty="0">
                <a:latin typeface="Calibri"/>
                <a:cs typeface="Calibri"/>
              </a:rPr>
              <a:t>Sheet</a:t>
            </a:r>
            <a:r>
              <a:rPr sz="1500" spc="-45" dirty="0">
                <a:latin typeface="Calibri"/>
                <a:cs typeface="Calibri"/>
              </a:rPr>
              <a:t> </a:t>
            </a:r>
            <a:r>
              <a:rPr sz="1500" dirty="0">
                <a:latin typeface="Calibri"/>
                <a:cs typeface="Calibri"/>
              </a:rPr>
              <a:t>which</a:t>
            </a:r>
            <a:r>
              <a:rPr sz="1500" spc="-45" dirty="0">
                <a:latin typeface="Calibri"/>
                <a:cs typeface="Calibri"/>
              </a:rPr>
              <a:t> </a:t>
            </a:r>
            <a:r>
              <a:rPr sz="1500" dirty="0">
                <a:latin typeface="Calibri"/>
                <a:cs typeface="Calibri"/>
              </a:rPr>
              <a:t>can</a:t>
            </a:r>
            <a:r>
              <a:rPr sz="1500" spc="-41" dirty="0">
                <a:latin typeface="Calibri"/>
                <a:cs typeface="Calibri"/>
              </a:rPr>
              <a:t> </a:t>
            </a:r>
            <a:r>
              <a:rPr sz="1500" dirty="0">
                <a:latin typeface="Calibri"/>
                <a:cs typeface="Calibri"/>
              </a:rPr>
              <a:t>be</a:t>
            </a:r>
            <a:r>
              <a:rPr sz="1500" spc="-41" dirty="0">
                <a:latin typeface="Calibri"/>
                <a:cs typeface="Calibri"/>
              </a:rPr>
              <a:t> </a:t>
            </a:r>
            <a:r>
              <a:rPr sz="1500" dirty="0">
                <a:latin typeface="Calibri"/>
                <a:cs typeface="Calibri"/>
              </a:rPr>
              <a:t>used</a:t>
            </a:r>
            <a:r>
              <a:rPr sz="1500" spc="-45" dirty="0">
                <a:latin typeface="Calibri"/>
                <a:cs typeface="Calibri"/>
              </a:rPr>
              <a:t> </a:t>
            </a:r>
            <a:r>
              <a:rPr sz="1500" spc="-19" dirty="0">
                <a:latin typeface="Calibri"/>
                <a:cs typeface="Calibri"/>
              </a:rPr>
              <a:t>by 	</a:t>
            </a:r>
            <a:r>
              <a:rPr sz="1500" spc="-8" dirty="0">
                <a:latin typeface="Calibri"/>
                <a:cs typeface="Calibri"/>
              </a:rPr>
              <a:t>prospective</a:t>
            </a:r>
            <a:r>
              <a:rPr sz="1500" spc="-45" dirty="0">
                <a:latin typeface="Calibri"/>
                <a:cs typeface="Calibri"/>
              </a:rPr>
              <a:t> </a:t>
            </a:r>
            <a:r>
              <a:rPr sz="1500" spc="-8" dirty="0">
                <a:latin typeface="Calibri"/>
                <a:cs typeface="Calibri"/>
              </a:rPr>
              <a:t>candidates</a:t>
            </a:r>
            <a:r>
              <a:rPr sz="1500" spc="-45" dirty="0">
                <a:latin typeface="Calibri"/>
                <a:cs typeface="Calibri"/>
              </a:rPr>
              <a:t> </a:t>
            </a:r>
            <a:r>
              <a:rPr sz="1500" dirty="0">
                <a:latin typeface="Calibri"/>
                <a:cs typeface="Calibri"/>
              </a:rPr>
              <a:t>is</a:t>
            </a:r>
            <a:r>
              <a:rPr sz="1500" spc="-41" dirty="0">
                <a:latin typeface="Calibri"/>
                <a:cs typeface="Calibri"/>
              </a:rPr>
              <a:t> </a:t>
            </a:r>
            <a:r>
              <a:rPr sz="1500" dirty="0">
                <a:latin typeface="Calibri"/>
                <a:cs typeface="Calibri"/>
              </a:rPr>
              <a:t>key</a:t>
            </a:r>
            <a:r>
              <a:rPr sz="1500" spc="-45"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ensuring</a:t>
            </a:r>
            <a:r>
              <a:rPr sz="1500" spc="-41" dirty="0">
                <a:latin typeface="Calibri"/>
                <a:cs typeface="Calibri"/>
              </a:rPr>
              <a:t> </a:t>
            </a:r>
            <a:r>
              <a:rPr sz="1500" dirty="0">
                <a:latin typeface="Calibri"/>
                <a:cs typeface="Calibri"/>
              </a:rPr>
              <a:t>future</a:t>
            </a:r>
            <a:r>
              <a:rPr sz="1500" spc="-41" dirty="0">
                <a:latin typeface="Calibri"/>
                <a:cs typeface="Calibri"/>
              </a:rPr>
              <a:t> </a:t>
            </a:r>
            <a:r>
              <a:rPr sz="1500" spc="-8" dirty="0">
                <a:latin typeface="Calibri"/>
                <a:cs typeface="Calibri"/>
              </a:rPr>
              <a:t>members</a:t>
            </a:r>
            <a:r>
              <a:rPr sz="1500" spc="-45" dirty="0">
                <a:latin typeface="Calibri"/>
                <a:cs typeface="Calibri"/>
              </a:rPr>
              <a:t> </a:t>
            </a:r>
            <a:r>
              <a:rPr sz="1500" spc="-19" dirty="0">
                <a:latin typeface="Calibri"/>
                <a:cs typeface="Calibri"/>
              </a:rPr>
              <a:t>are</a:t>
            </a:r>
            <a:r>
              <a:rPr sz="1500" spc="375" dirty="0">
                <a:latin typeface="Calibri"/>
                <a:cs typeface="Calibri"/>
              </a:rPr>
              <a:t> 	</a:t>
            </a:r>
            <a:r>
              <a:rPr sz="1500" dirty="0">
                <a:latin typeface="Calibri"/>
                <a:cs typeface="Calibri"/>
              </a:rPr>
              <a:t>able</a:t>
            </a:r>
            <a:r>
              <a:rPr sz="1500" spc="-38"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make</a:t>
            </a:r>
            <a:r>
              <a:rPr sz="1500" spc="-34" dirty="0">
                <a:latin typeface="Calibri"/>
                <a:cs typeface="Calibri"/>
              </a:rPr>
              <a:t> </a:t>
            </a:r>
            <a:r>
              <a:rPr sz="1500" dirty="0">
                <a:latin typeface="Calibri"/>
                <a:cs typeface="Calibri"/>
              </a:rPr>
              <a:t>an</a:t>
            </a:r>
            <a:r>
              <a:rPr sz="1500" spc="-38" dirty="0">
                <a:latin typeface="Calibri"/>
                <a:cs typeface="Calibri"/>
              </a:rPr>
              <a:t> </a:t>
            </a:r>
            <a:r>
              <a:rPr sz="1500" spc="-8" dirty="0">
                <a:latin typeface="Calibri"/>
                <a:cs typeface="Calibri"/>
              </a:rPr>
              <a:t>informed</a:t>
            </a:r>
            <a:r>
              <a:rPr sz="1500" spc="-38" dirty="0">
                <a:latin typeface="Calibri"/>
                <a:cs typeface="Calibri"/>
              </a:rPr>
              <a:t> </a:t>
            </a:r>
            <a:r>
              <a:rPr sz="1500" dirty="0">
                <a:latin typeface="Calibri"/>
                <a:cs typeface="Calibri"/>
              </a:rPr>
              <a:t>decision</a:t>
            </a:r>
            <a:r>
              <a:rPr sz="1500" spc="-41" dirty="0">
                <a:latin typeface="Calibri"/>
                <a:cs typeface="Calibri"/>
              </a:rPr>
              <a:t> </a:t>
            </a:r>
            <a:r>
              <a:rPr sz="1500" dirty="0">
                <a:latin typeface="Calibri"/>
                <a:cs typeface="Calibri"/>
              </a:rPr>
              <a:t>on</a:t>
            </a:r>
            <a:r>
              <a:rPr sz="1500" spc="-38" dirty="0">
                <a:latin typeface="Calibri"/>
                <a:cs typeface="Calibri"/>
              </a:rPr>
              <a:t> </a:t>
            </a:r>
            <a:r>
              <a:rPr sz="1500" dirty="0">
                <a:latin typeface="Calibri"/>
                <a:cs typeface="Calibri"/>
              </a:rPr>
              <a:t>what</a:t>
            </a:r>
            <a:r>
              <a:rPr sz="1500" spc="-38" dirty="0">
                <a:latin typeface="Calibri"/>
                <a:cs typeface="Calibri"/>
              </a:rPr>
              <a:t> </a:t>
            </a:r>
            <a:r>
              <a:rPr sz="1500" dirty="0">
                <a:latin typeface="Calibri"/>
                <a:cs typeface="Calibri"/>
              </a:rPr>
              <a:t>day</a:t>
            </a:r>
            <a:r>
              <a:rPr sz="1500" spc="-34"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week,</a:t>
            </a:r>
            <a:r>
              <a:rPr sz="1500" spc="-34" dirty="0">
                <a:latin typeface="Calibri"/>
                <a:cs typeface="Calibri"/>
              </a:rPr>
              <a:t> </a:t>
            </a:r>
            <a:r>
              <a:rPr sz="1500" spc="-8" dirty="0">
                <a:latin typeface="Calibri"/>
                <a:cs typeface="Calibri"/>
              </a:rPr>
              <a:t>time, 	</a:t>
            </a:r>
            <a:r>
              <a:rPr sz="1500" dirty="0">
                <a:latin typeface="Calibri"/>
                <a:cs typeface="Calibri"/>
              </a:rPr>
              <a:t>location,</a:t>
            </a:r>
            <a:r>
              <a:rPr sz="1500" spc="-45" dirty="0">
                <a:latin typeface="Calibri"/>
                <a:cs typeface="Calibri"/>
              </a:rPr>
              <a:t> </a:t>
            </a:r>
            <a:r>
              <a:rPr sz="1500" dirty="0">
                <a:latin typeface="Calibri"/>
                <a:cs typeface="Calibri"/>
              </a:rPr>
              <a:t>cost</a:t>
            </a:r>
            <a:r>
              <a:rPr sz="1500" spc="-49" dirty="0">
                <a:latin typeface="Calibri"/>
                <a:cs typeface="Calibri"/>
              </a:rPr>
              <a:t> </a:t>
            </a:r>
            <a:r>
              <a:rPr sz="1500" dirty="0">
                <a:latin typeface="Calibri"/>
                <a:cs typeface="Calibri"/>
              </a:rPr>
              <a:t>and</a:t>
            </a:r>
            <a:r>
              <a:rPr sz="1500" spc="-49" dirty="0">
                <a:latin typeface="Calibri"/>
                <a:cs typeface="Calibri"/>
              </a:rPr>
              <a:t> </a:t>
            </a:r>
            <a:r>
              <a:rPr sz="1500" dirty="0">
                <a:latin typeface="Calibri"/>
                <a:cs typeface="Calibri"/>
              </a:rPr>
              <a:t>frequency</a:t>
            </a:r>
            <a:r>
              <a:rPr sz="1500" spc="-45" dirty="0">
                <a:latin typeface="Calibri"/>
                <a:cs typeface="Calibri"/>
              </a:rPr>
              <a:t> </a:t>
            </a:r>
            <a:r>
              <a:rPr sz="1500" dirty="0">
                <a:latin typeface="Calibri"/>
                <a:cs typeface="Calibri"/>
              </a:rPr>
              <a:t>of</a:t>
            </a:r>
            <a:r>
              <a:rPr sz="1500" spc="-49" dirty="0">
                <a:latin typeface="Calibri"/>
                <a:cs typeface="Calibri"/>
              </a:rPr>
              <a:t> </a:t>
            </a:r>
            <a:r>
              <a:rPr sz="1500" dirty="0">
                <a:latin typeface="Calibri"/>
                <a:cs typeface="Calibri"/>
              </a:rPr>
              <a:t>when</a:t>
            </a:r>
            <a:r>
              <a:rPr sz="1500" spc="-49" dirty="0">
                <a:latin typeface="Calibri"/>
                <a:cs typeface="Calibri"/>
              </a:rPr>
              <a:t> </a:t>
            </a:r>
            <a:r>
              <a:rPr sz="1500" dirty="0">
                <a:latin typeface="Calibri"/>
                <a:cs typeface="Calibri"/>
              </a:rPr>
              <a:t>their</a:t>
            </a:r>
            <a:r>
              <a:rPr sz="1500" spc="-45" dirty="0">
                <a:latin typeface="Calibri"/>
                <a:cs typeface="Calibri"/>
              </a:rPr>
              <a:t> </a:t>
            </a:r>
            <a:r>
              <a:rPr sz="1500" dirty="0">
                <a:latin typeface="Calibri"/>
                <a:cs typeface="Calibri"/>
              </a:rPr>
              <a:t>Chapter</a:t>
            </a:r>
            <a:r>
              <a:rPr sz="1500" spc="-45" dirty="0">
                <a:latin typeface="Calibri"/>
                <a:cs typeface="Calibri"/>
              </a:rPr>
              <a:t> </a:t>
            </a:r>
            <a:r>
              <a:rPr sz="1500" dirty="0">
                <a:latin typeface="Calibri"/>
                <a:cs typeface="Calibri"/>
              </a:rPr>
              <a:t>may</a:t>
            </a:r>
            <a:r>
              <a:rPr sz="1500" spc="-45" dirty="0">
                <a:latin typeface="Calibri"/>
                <a:cs typeface="Calibri"/>
              </a:rPr>
              <a:t> </a:t>
            </a:r>
            <a:r>
              <a:rPr sz="1500" spc="-8" dirty="0">
                <a:latin typeface="Calibri"/>
                <a:cs typeface="Calibri"/>
              </a:rPr>
              <a:t>meet.</a:t>
            </a:r>
            <a:endParaRPr sz="1500">
              <a:latin typeface="Calibri"/>
              <a:cs typeface="Calibri"/>
            </a:endParaRPr>
          </a:p>
          <a:p>
            <a:pPr marL="171450" marR="208121" algn="just">
              <a:lnSpc>
                <a:spcPct val="125000"/>
              </a:lnSpc>
            </a:pPr>
            <a:r>
              <a:rPr sz="1500" spc="-8" dirty="0">
                <a:latin typeface="Calibri"/>
                <a:cs typeface="Calibri"/>
              </a:rPr>
              <a:t>Matching</a:t>
            </a:r>
            <a:r>
              <a:rPr sz="1500" spc="-38" dirty="0">
                <a:latin typeface="Calibri"/>
                <a:cs typeface="Calibri"/>
              </a:rPr>
              <a:t> </a:t>
            </a:r>
            <a:r>
              <a:rPr sz="1500" dirty="0">
                <a:latin typeface="Calibri"/>
                <a:cs typeface="Calibri"/>
              </a:rPr>
              <a:t>a</a:t>
            </a:r>
            <a:r>
              <a:rPr sz="1500" spc="-41" dirty="0">
                <a:latin typeface="Calibri"/>
                <a:cs typeface="Calibri"/>
              </a:rPr>
              <a:t> </a:t>
            </a:r>
            <a:r>
              <a:rPr sz="1500" spc="-8" dirty="0">
                <a:latin typeface="Calibri"/>
                <a:cs typeface="Calibri"/>
              </a:rPr>
              <a:t>Master</a:t>
            </a:r>
            <a:r>
              <a:rPr sz="1500" spc="-34" dirty="0">
                <a:latin typeface="Calibri"/>
                <a:cs typeface="Calibri"/>
              </a:rPr>
              <a:t> </a:t>
            </a:r>
            <a:r>
              <a:rPr sz="1500" dirty="0">
                <a:latin typeface="Calibri"/>
                <a:cs typeface="Calibri"/>
              </a:rPr>
              <a:t>Mason</a:t>
            </a:r>
            <a:r>
              <a:rPr sz="1500" spc="-41"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a</a:t>
            </a:r>
            <a:r>
              <a:rPr sz="1500" spc="-41"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41" dirty="0">
                <a:latin typeface="Calibri"/>
                <a:cs typeface="Calibri"/>
              </a:rPr>
              <a:t> </a:t>
            </a:r>
            <a:r>
              <a:rPr sz="1500" dirty="0">
                <a:latin typeface="Calibri"/>
                <a:cs typeface="Calibri"/>
              </a:rPr>
              <a:t>Chapter</a:t>
            </a:r>
            <a:r>
              <a:rPr sz="1500" spc="-34" dirty="0">
                <a:latin typeface="Calibri"/>
                <a:cs typeface="Calibri"/>
              </a:rPr>
              <a:t> </a:t>
            </a:r>
            <a:r>
              <a:rPr sz="1500" dirty="0">
                <a:latin typeface="Calibri"/>
                <a:cs typeface="Calibri"/>
              </a:rPr>
              <a:t>which</a:t>
            </a:r>
            <a:r>
              <a:rPr sz="1500" spc="-41" dirty="0">
                <a:latin typeface="Calibri"/>
                <a:cs typeface="Calibri"/>
              </a:rPr>
              <a:t> </a:t>
            </a:r>
            <a:r>
              <a:rPr sz="1500" dirty="0">
                <a:latin typeface="Calibri"/>
                <a:cs typeface="Calibri"/>
              </a:rPr>
              <a:t>is</a:t>
            </a:r>
            <a:r>
              <a:rPr sz="1500" spc="-38" dirty="0">
                <a:latin typeface="Calibri"/>
                <a:cs typeface="Calibri"/>
              </a:rPr>
              <a:t> </a:t>
            </a:r>
            <a:r>
              <a:rPr sz="1500" spc="-19" dirty="0">
                <a:latin typeface="Calibri"/>
                <a:cs typeface="Calibri"/>
              </a:rPr>
              <a:t>not </a:t>
            </a:r>
            <a:r>
              <a:rPr sz="1500" dirty="0">
                <a:latin typeface="Calibri"/>
                <a:cs typeface="Calibri"/>
              </a:rPr>
              <a:t>a</a:t>
            </a:r>
            <a:r>
              <a:rPr sz="1500" spc="-30" dirty="0">
                <a:latin typeface="Calibri"/>
                <a:cs typeface="Calibri"/>
              </a:rPr>
              <a:t> </a:t>
            </a:r>
            <a:r>
              <a:rPr sz="1500" dirty="0">
                <a:latin typeface="Calibri"/>
                <a:cs typeface="Calibri"/>
              </a:rPr>
              <a:t>good</a:t>
            </a:r>
            <a:r>
              <a:rPr sz="1500" spc="-26" dirty="0">
                <a:latin typeface="Calibri"/>
                <a:cs typeface="Calibri"/>
              </a:rPr>
              <a:t> </a:t>
            </a:r>
            <a:r>
              <a:rPr sz="1500" dirty="0">
                <a:latin typeface="Calibri"/>
                <a:cs typeface="Calibri"/>
              </a:rPr>
              <a:t>fit</a:t>
            </a:r>
            <a:r>
              <a:rPr sz="1500" spc="-26" dirty="0">
                <a:latin typeface="Calibri"/>
                <a:cs typeface="Calibri"/>
              </a:rPr>
              <a:t> </a:t>
            </a:r>
            <a:r>
              <a:rPr sz="1500" dirty="0">
                <a:latin typeface="Calibri"/>
                <a:cs typeface="Calibri"/>
              </a:rPr>
              <a:t>for</a:t>
            </a:r>
            <a:r>
              <a:rPr sz="1500" spc="-26" dirty="0">
                <a:latin typeface="Calibri"/>
                <a:cs typeface="Calibri"/>
              </a:rPr>
              <a:t> </a:t>
            </a:r>
            <a:r>
              <a:rPr sz="1500" dirty="0">
                <a:latin typeface="Calibri"/>
                <a:cs typeface="Calibri"/>
              </a:rPr>
              <a:t>their</a:t>
            </a:r>
            <a:r>
              <a:rPr sz="1500" spc="-23" dirty="0">
                <a:latin typeface="Calibri"/>
                <a:cs typeface="Calibri"/>
              </a:rPr>
              <a:t> </a:t>
            </a:r>
            <a:r>
              <a:rPr sz="1500" spc="-19" dirty="0">
                <a:latin typeface="Calibri"/>
                <a:cs typeface="Calibri"/>
              </a:rPr>
              <a:t>pre-</a:t>
            </a:r>
            <a:r>
              <a:rPr sz="1500" spc="-8" dirty="0">
                <a:latin typeface="Calibri"/>
                <a:cs typeface="Calibri"/>
              </a:rPr>
              <a:t>existing</a:t>
            </a:r>
            <a:r>
              <a:rPr sz="1500" spc="-26" dirty="0">
                <a:latin typeface="Calibri"/>
                <a:cs typeface="Calibri"/>
              </a:rPr>
              <a:t> </a:t>
            </a:r>
            <a:r>
              <a:rPr sz="1500" spc="-8" dirty="0">
                <a:latin typeface="Calibri"/>
                <a:cs typeface="Calibri"/>
              </a:rPr>
              <a:t>commitments,</a:t>
            </a:r>
            <a:r>
              <a:rPr sz="1500" spc="-23" dirty="0">
                <a:latin typeface="Calibri"/>
                <a:cs typeface="Calibri"/>
              </a:rPr>
              <a:t> </a:t>
            </a:r>
            <a:r>
              <a:rPr sz="1500" dirty="0">
                <a:latin typeface="Calibri"/>
                <a:cs typeface="Calibri"/>
              </a:rPr>
              <a:t>could</a:t>
            </a:r>
            <a:r>
              <a:rPr sz="1500" spc="-26" dirty="0">
                <a:latin typeface="Calibri"/>
                <a:cs typeface="Calibri"/>
              </a:rPr>
              <a:t> </a:t>
            </a:r>
            <a:r>
              <a:rPr sz="1500" dirty="0">
                <a:latin typeface="Calibri"/>
                <a:cs typeface="Calibri"/>
              </a:rPr>
              <a:t>in</a:t>
            </a:r>
            <a:r>
              <a:rPr sz="1500" spc="-30" dirty="0">
                <a:latin typeface="Calibri"/>
                <a:cs typeface="Calibri"/>
              </a:rPr>
              <a:t> </a:t>
            </a:r>
            <a:r>
              <a:rPr sz="1500" dirty="0">
                <a:latin typeface="Calibri"/>
                <a:cs typeface="Calibri"/>
              </a:rPr>
              <a:t>the</a:t>
            </a:r>
            <a:r>
              <a:rPr sz="1500" spc="-23" dirty="0">
                <a:latin typeface="Calibri"/>
                <a:cs typeface="Calibri"/>
              </a:rPr>
              <a:t> </a:t>
            </a:r>
            <a:r>
              <a:rPr sz="1500" spc="-15" dirty="0">
                <a:latin typeface="Calibri"/>
                <a:cs typeface="Calibri"/>
              </a:rPr>
              <a:t>long </a:t>
            </a:r>
            <a:r>
              <a:rPr sz="1500" dirty="0">
                <a:latin typeface="Calibri"/>
                <a:cs typeface="Calibri"/>
              </a:rPr>
              <a:t>term,</a:t>
            </a:r>
            <a:r>
              <a:rPr sz="1500" spc="-41" dirty="0">
                <a:latin typeface="Calibri"/>
                <a:cs typeface="Calibri"/>
              </a:rPr>
              <a:t> </a:t>
            </a:r>
            <a:r>
              <a:rPr sz="1500" dirty="0">
                <a:latin typeface="Calibri"/>
                <a:cs typeface="Calibri"/>
              </a:rPr>
              <a:t>prove</a:t>
            </a:r>
            <a:r>
              <a:rPr sz="1500" spc="-38" dirty="0">
                <a:latin typeface="Calibri"/>
                <a:cs typeface="Calibri"/>
              </a:rPr>
              <a:t> </a:t>
            </a:r>
            <a:r>
              <a:rPr sz="1500" spc="-8" dirty="0">
                <a:latin typeface="Calibri"/>
                <a:cs typeface="Calibri"/>
              </a:rPr>
              <a:t>detrimental</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their</a:t>
            </a:r>
            <a:r>
              <a:rPr sz="1500" spc="-41" dirty="0">
                <a:latin typeface="Calibri"/>
                <a:cs typeface="Calibri"/>
              </a:rPr>
              <a:t> </a:t>
            </a:r>
            <a:r>
              <a:rPr sz="1500" spc="-8" dirty="0">
                <a:latin typeface="Calibri"/>
                <a:cs typeface="Calibri"/>
              </a:rPr>
              <a:t>membership</a:t>
            </a:r>
            <a:r>
              <a:rPr sz="1500" spc="-41"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Royal</a:t>
            </a:r>
            <a:r>
              <a:rPr sz="1500" spc="-41" dirty="0">
                <a:latin typeface="Calibri"/>
                <a:cs typeface="Calibri"/>
              </a:rPr>
              <a:t> </a:t>
            </a:r>
            <a:r>
              <a:rPr sz="1500" spc="-8" dirty="0">
                <a:latin typeface="Calibri"/>
                <a:cs typeface="Calibri"/>
              </a:rPr>
              <a:t>Arch.</a:t>
            </a:r>
            <a:endParaRPr sz="1500">
              <a:latin typeface="Calibri"/>
              <a:cs typeface="Calibri"/>
            </a:endParaRPr>
          </a:p>
          <a:p>
            <a:pPr marL="170497" marR="434340" indent="-160972" algn="just">
              <a:lnSpc>
                <a:spcPct val="125000"/>
              </a:lnSpc>
              <a:spcBef>
                <a:spcPts val="1500"/>
              </a:spcBef>
              <a:buChar char="•"/>
              <a:tabLst>
                <a:tab pos="171450" algn="l"/>
              </a:tabLst>
            </a:pPr>
            <a:r>
              <a:rPr sz="1500" dirty="0">
                <a:latin typeface="Calibri"/>
                <a:cs typeface="Calibri"/>
              </a:rPr>
              <a:t>In</a:t>
            </a:r>
            <a:r>
              <a:rPr sz="1500" spc="-45" dirty="0">
                <a:latin typeface="Calibri"/>
                <a:cs typeface="Calibri"/>
              </a:rPr>
              <a:t> </a:t>
            </a:r>
            <a:r>
              <a:rPr sz="1500" dirty="0">
                <a:latin typeface="Calibri"/>
                <a:cs typeface="Calibri"/>
              </a:rPr>
              <a:t>addition</a:t>
            </a:r>
            <a:r>
              <a:rPr sz="1500" spc="-45"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developing</a:t>
            </a:r>
            <a:r>
              <a:rPr sz="1500" spc="-41" dirty="0">
                <a:latin typeface="Calibri"/>
                <a:cs typeface="Calibri"/>
              </a:rPr>
              <a:t> </a:t>
            </a:r>
            <a:r>
              <a:rPr sz="1500" dirty="0">
                <a:latin typeface="Calibri"/>
                <a:cs typeface="Calibri"/>
              </a:rPr>
              <a:t>your</a:t>
            </a:r>
            <a:r>
              <a:rPr sz="1500" spc="-38" dirty="0">
                <a:latin typeface="Calibri"/>
                <a:cs typeface="Calibri"/>
              </a:rPr>
              <a:t> </a:t>
            </a:r>
            <a:r>
              <a:rPr sz="1500" spc="-8" dirty="0">
                <a:latin typeface="Calibri"/>
                <a:cs typeface="Calibri"/>
              </a:rPr>
              <a:t>Information</a:t>
            </a:r>
            <a:r>
              <a:rPr sz="1500" spc="-45" dirty="0">
                <a:latin typeface="Calibri"/>
                <a:cs typeface="Calibri"/>
              </a:rPr>
              <a:t> </a:t>
            </a:r>
            <a:r>
              <a:rPr sz="1500" dirty="0">
                <a:latin typeface="Calibri"/>
                <a:cs typeface="Calibri"/>
              </a:rPr>
              <a:t>sheet,</a:t>
            </a:r>
            <a:r>
              <a:rPr sz="1500" spc="-41"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talking 	</a:t>
            </a:r>
            <a:r>
              <a:rPr sz="1500" dirty="0">
                <a:latin typeface="Calibri"/>
                <a:cs typeface="Calibri"/>
              </a:rPr>
              <a:t>heads</a:t>
            </a:r>
            <a:r>
              <a:rPr sz="1500" spc="-49" dirty="0">
                <a:latin typeface="Calibri"/>
                <a:cs typeface="Calibri"/>
              </a:rPr>
              <a:t> </a:t>
            </a:r>
            <a:r>
              <a:rPr sz="1500" spc="-15" dirty="0">
                <a:latin typeface="Calibri"/>
                <a:cs typeface="Calibri"/>
              </a:rPr>
              <a:t>presentation</a:t>
            </a:r>
            <a:r>
              <a:rPr sz="1500" spc="-45"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discover</a:t>
            </a:r>
            <a:r>
              <a:rPr sz="1500" spc="-41" dirty="0">
                <a:latin typeface="Calibri"/>
                <a:cs typeface="Calibri"/>
              </a:rPr>
              <a:t> </a:t>
            </a:r>
            <a:r>
              <a:rPr sz="1500" dirty="0">
                <a:latin typeface="Calibri"/>
                <a:cs typeface="Calibri"/>
              </a:rPr>
              <a:t>more</a:t>
            </a:r>
            <a:r>
              <a:rPr sz="1500" spc="-45" dirty="0">
                <a:latin typeface="Calibri"/>
                <a:cs typeface="Calibri"/>
              </a:rPr>
              <a:t> </a:t>
            </a:r>
            <a:r>
              <a:rPr sz="1500" dirty="0">
                <a:latin typeface="Calibri"/>
                <a:cs typeface="Calibri"/>
              </a:rPr>
              <a:t>booklet</a:t>
            </a:r>
            <a:r>
              <a:rPr sz="1500" spc="-45" dirty="0">
                <a:latin typeface="Calibri"/>
                <a:cs typeface="Calibri"/>
              </a:rPr>
              <a:t> </a:t>
            </a:r>
            <a:r>
              <a:rPr sz="1500" dirty="0">
                <a:latin typeface="Calibri"/>
                <a:cs typeface="Calibri"/>
              </a:rPr>
              <a:t>are</a:t>
            </a:r>
            <a:r>
              <a:rPr sz="1500" spc="-41" dirty="0">
                <a:latin typeface="Calibri"/>
                <a:cs typeface="Calibri"/>
              </a:rPr>
              <a:t> </a:t>
            </a:r>
            <a:r>
              <a:rPr sz="1500" spc="-8" dirty="0">
                <a:latin typeface="Calibri"/>
                <a:cs typeface="Calibri"/>
              </a:rPr>
              <a:t>resources 	</a:t>
            </a:r>
            <a:r>
              <a:rPr sz="1500" dirty="0">
                <a:latin typeface="Calibri"/>
                <a:cs typeface="Calibri"/>
              </a:rPr>
              <a:t>which</a:t>
            </a:r>
            <a:r>
              <a:rPr sz="1500" spc="-41" dirty="0">
                <a:latin typeface="Calibri"/>
                <a:cs typeface="Calibri"/>
              </a:rPr>
              <a:t> </a:t>
            </a:r>
            <a:r>
              <a:rPr sz="1500" dirty="0">
                <a:latin typeface="Calibri"/>
                <a:cs typeface="Calibri"/>
              </a:rPr>
              <a:t>you</a:t>
            </a:r>
            <a:r>
              <a:rPr sz="1500" spc="-38" dirty="0">
                <a:latin typeface="Calibri"/>
                <a:cs typeface="Calibri"/>
              </a:rPr>
              <a:t> </a:t>
            </a:r>
            <a:r>
              <a:rPr sz="1500" dirty="0">
                <a:latin typeface="Calibri"/>
                <a:cs typeface="Calibri"/>
              </a:rPr>
              <a:t>will</a:t>
            </a:r>
            <a:r>
              <a:rPr sz="1500" spc="-41" dirty="0">
                <a:latin typeface="Calibri"/>
                <a:cs typeface="Calibri"/>
              </a:rPr>
              <a:t> </a:t>
            </a:r>
            <a:r>
              <a:rPr sz="1500" dirty="0">
                <a:latin typeface="Calibri"/>
                <a:cs typeface="Calibri"/>
              </a:rPr>
              <a:t>find</a:t>
            </a:r>
            <a:r>
              <a:rPr sz="1500" spc="-38" dirty="0">
                <a:latin typeface="Calibri"/>
                <a:cs typeface="Calibri"/>
              </a:rPr>
              <a:t> </a:t>
            </a:r>
            <a:r>
              <a:rPr sz="1500" spc="-8" dirty="0">
                <a:latin typeface="Calibri"/>
                <a:cs typeface="Calibri"/>
              </a:rPr>
              <a:t>useful.</a:t>
            </a:r>
            <a:endParaRPr sz="1500">
              <a:latin typeface="Calibri"/>
              <a:cs typeface="Calibri"/>
            </a:endParaRPr>
          </a:p>
        </p:txBody>
      </p:sp>
      <p:grpSp>
        <p:nvGrpSpPr>
          <p:cNvPr id="9" name="object 9"/>
          <p:cNvGrpSpPr/>
          <p:nvPr/>
        </p:nvGrpSpPr>
        <p:grpSpPr>
          <a:xfrm>
            <a:off x="0" y="6246019"/>
            <a:ext cx="12192000" cy="611981"/>
            <a:chOff x="0" y="8328025"/>
            <a:chExt cx="16256000" cy="815975"/>
          </a:xfrm>
        </p:grpSpPr>
        <p:sp>
          <p:nvSpPr>
            <p:cNvPr id="10" name="object 10"/>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1" name="object 11"/>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2" name="object 12"/>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3" name="object 13"/>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4" name="object 14"/>
            <p:cNvPicPr/>
            <p:nvPr/>
          </p:nvPicPr>
          <p:blipFill>
            <a:blip r:embed="rId5" cstate="print"/>
            <a:stretch>
              <a:fillRect/>
            </a:stretch>
          </p:blipFill>
          <p:spPr>
            <a:xfrm>
              <a:off x="317500" y="8601503"/>
              <a:ext cx="610382" cy="250854"/>
            </a:xfrm>
            <a:prstGeom prst="rect">
              <a:avLst/>
            </a:prstGeom>
          </p:spPr>
        </p:pic>
        <p:sp>
          <p:nvSpPr>
            <p:cNvPr id="15" name="object 15"/>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16" name="object 16"/>
            <p:cNvPicPr/>
            <p:nvPr/>
          </p:nvPicPr>
          <p:blipFill>
            <a:blip r:embed="rId6" cstate="print"/>
            <a:stretch>
              <a:fillRect/>
            </a:stretch>
          </p:blipFill>
          <p:spPr>
            <a:xfrm>
              <a:off x="2385576" y="8601503"/>
              <a:ext cx="704542" cy="290622"/>
            </a:xfrm>
            <a:prstGeom prst="rect">
              <a:avLst/>
            </a:prstGeom>
          </p:spPr>
        </p:pic>
        <p:pic>
          <p:nvPicPr>
            <p:cNvPr id="17" name="object 17"/>
            <p:cNvPicPr/>
            <p:nvPr/>
          </p:nvPicPr>
          <p:blipFill>
            <a:blip r:embed="rId7" cstate="print"/>
            <a:stretch>
              <a:fillRect/>
            </a:stretch>
          </p:blipFill>
          <p:spPr>
            <a:xfrm>
              <a:off x="1505752" y="8642926"/>
              <a:ext cx="669089" cy="203733"/>
            </a:xfrm>
            <a:prstGeom prst="rect">
              <a:avLst/>
            </a:prstGeom>
          </p:spPr>
        </p:pic>
        <p:pic>
          <p:nvPicPr>
            <p:cNvPr id="18" name="object 18"/>
            <p:cNvPicPr/>
            <p:nvPr/>
          </p:nvPicPr>
          <p:blipFill>
            <a:blip r:embed="rId8" cstate="print"/>
            <a:stretch>
              <a:fillRect/>
            </a:stretch>
          </p:blipFill>
          <p:spPr>
            <a:xfrm>
              <a:off x="1138631" y="8575779"/>
              <a:ext cx="338035" cy="338035"/>
            </a:xfrm>
            <a:prstGeom prst="rect">
              <a:avLst/>
            </a:prstGeom>
          </p:spPr>
        </p:pic>
        <p:sp>
          <p:nvSpPr>
            <p:cNvPr id="19" name="object 19"/>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3779288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72237" y="171254"/>
            <a:ext cx="11847528" cy="5903509"/>
          </a:xfrm>
          <a:prstGeom prst="rect">
            <a:avLst/>
          </a:prstGeom>
        </p:spPr>
      </p:pic>
      <p:sp>
        <p:nvSpPr>
          <p:cNvPr id="3" name="object 3"/>
          <p:cNvSpPr txBox="1"/>
          <p:nvPr/>
        </p:nvSpPr>
        <p:spPr>
          <a:xfrm>
            <a:off x="333376" y="1295400"/>
            <a:ext cx="5436869" cy="1170192"/>
          </a:xfrm>
          <a:prstGeom prst="rect">
            <a:avLst/>
          </a:prstGeom>
        </p:spPr>
        <p:txBody>
          <a:bodyPr vert="horz" wrap="square" lIns="0" tIns="9525" rIns="0" bIns="0" rtlCol="0">
            <a:spAutoFit/>
          </a:bodyPr>
          <a:lstStyle/>
          <a:p>
            <a:pPr marL="9525" marR="3810">
              <a:lnSpc>
                <a:spcPct val="125000"/>
              </a:lnSpc>
              <a:spcBef>
                <a:spcPts val="75"/>
              </a:spcBef>
            </a:pPr>
            <a:r>
              <a:rPr sz="1500" b="1" dirty="0">
                <a:latin typeface="Calibri"/>
                <a:cs typeface="Calibri"/>
              </a:rPr>
              <a:t>By</a:t>
            </a:r>
            <a:r>
              <a:rPr sz="1500" b="1" spc="-34" dirty="0">
                <a:latin typeface="Calibri"/>
                <a:cs typeface="Calibri"/>
              </a:rPr>
              <a:t> </a:t>
            </a:r>
            <a:r>
              <a:rPr sz="1500" b="1" spc="-8" dirty="0">
                <a:latin typeface="Calibri"/>
                <a:cs typeface="Calibri"/>
              </a:rPr>
              <a:t>reading</a:t>
            </a:r>
            <a:r>
              <a:rPr sz="1500" b="1" spc="-38" dirty="0">
                <a:latin typeface="Calibri"/>
                <a:cs typeface="Calibri"/>
              </a:rPr>
              <a:t> </a:t>
            </a:r>
            <a:r>
              <a:rPr sz="1500" b="1" dirty="0">
                <a:latin typeface="Calibri"/>
                <a:cs typeface="Calibri"/>
              </a:rPr>
              <a:t>the</a:t>
            </a:r>
            <a:r>
              <a:rPr sz="1500" b="1" spc="-38" dirty="0">
                <a:latin typeface="Calibri"/>
                <a:cs typeface="Calibri"/>
              </a:rPr>
              <a:t> </a:t>
            </a:r>
            <a:r>
              <a:rPr sz="1500" b="1" dirty="0">
                <a:latin typeface="Calibri"/>
                <a:cs typeface="Calibri"/>
              </a:rPr>
              <a:t>thread</a:t>
            </a:r>
            <a:r>
              <a:rPr sz="1500" b="1" spc="-30" dirty="0">
                <a:latin typeface="Calibri"/>
                <a:cs typeface="Calibri"/>
              </a:rPr>
              <a:t> </a:t>
            </a:r>
            <a:r>
              <a:rPr sz="1500" b="1" dirty="0">
                <a:latin typeface="Calibri"/>
                <a:cs typeface="Calibri"/>
              </a:rPr>
              <a:t>and</a:t>
            </a:r>
            <a:r>
              <a:rPr sz="1500" b="1" spc="-34" dirty="0">
                <a:latin typeface="Calibri"/>
                <a:cs typeface="Calibri"/>
              </a:rPr>
              <a:t> </a:t>
            </a:r>
            <a:r>
              <a:rPr sz="1500" b="1" dirty="0">
                <a:latin typeface="Calibri"/>
                <a:cs typeface="Calibri"/>
              </a:rPr>
              <a:t>support</a:t>
            </a:r>
            <a:r>
              <a:rPr sz="1500" b="1" spc="-34" dirty="0">
                <a:latin typeface="Calibri"/>
                <a:cs typeface="Calibri"/>
              </a:rPr>
              <a:t> </a:t>
            </a:r>
            <a:r>
              <a:rPr sz="1500" b="1" dirty="0">
                <a:latin typeface="Calibri"/>
                <a:cs typeface="Calibri"/>
              </a:rPr>
              <a:t>material</a:t>
            </a:r>
            <a:r>
              <a:rPr sz="1500" b="1" spc="-30" dirty="0">
                <a:latin typeface="Calibri"/>
                <a:cs typeface="Calibri"/>
              </a:rPr>
              <a:t> </a:t>
            </a:r>
            <a:r>
              <a:rPr sz="1500" b="1" dirty="0">
                <a:latin typeface="Calibri"/>
                <a:cs typeface="Calibri"/>
              </a:rPr>
              <a:t>you</a:t>
            </a:r>
            <a:r>
              <a:rPr sz="1500" b="1" spc="-34" dirty="0">
                <a:latin typeface="Calibri"/>
                <a:cs typeface="Calibri"/>
              </a:rPr>
              <a:t> </a:t>
            </a:r>
            <a:r>
              <a:rPr sz="1500" b="1" dirty="0">
                <a:latin typeface="Calibri"/>
                <a:cs typeface="Calibri"/>
              </a:rPr>
              <a:t>will</a:t>
            </a:r>
            <a:r>
              <a:rPr sz="1500" b="1" spc="-34" dirty="0">
                <a:latin typeface="Calibri"/>
                <a:cs typeface="Calibri"/>
              </a:rPr>
              <a:t> </a:t>
            </a:r>
            <a:r>
              <a:rPr sz="1500" b="1" dirty="0">
                <a:latin typeface="Calibri"/>
                <a:cs typeface="Calibri"/>
              </a:rPr>
              <a:t>be</a:t>
            </a:r>
            <a:r>
              <a:rPr sz="1500" b="1" spc="-38" dirty="0">
                <a:latin typeface="Calibri"/>
                <a:cs typeface="Calibri"/>
              </a:rPr>
              <a:t> </a:t>
            </a:r>
            <a:r>
              <a:rPr sz="1500" b="1" spc="-8" dirty="0">
                <a:latin typeface="Calibri"/>
                <a:cs typeface="Calibri"/>
              </a:rPr>
              <a:t>better</a:t>
            </a:r>
            <a:r>
              <a:rPr sz="1500" b="1" spc="-34" dirty="0">
                <a:latin typeface="Calibri"/>
                <a:cs typeface="Calibri"/>
              </a:rPr>
              <a:t> </a:t>
            </a:r>
            <a:r>
              <a:rPr sz="1500" b="1" spc="-8" dirty="0">
                <a:latin typeface="Calibri"/>
                <a:cs typeface="Calibri"/>
              </a:rPr>
              <a:t>placed </a:t>
            </a:r>
            <a:r>
              <a:rPr sz="1500" b="1" dirty="0">
                <a:latin typeface="Calibri"/>
                <a:cs typeface="Calibri"/>
              </a:rPr>
              <a:t>to</a:t>
            </a:r>
            <a:r>
              <a:rPr sz="1500" b="1" spc="-49" dirty="0">
                <a:latin typeface="Calibri"/>
                <a:cs typeface="Calibri"/>
              </a:rPr>
              <a:t> </a:t>
            </a:r>
            <a:r>
              <a:rPr sz="1500" b="1" spc="-8" dirty="0">
                <a:latin typeface="Calibri"/>
                <a:cs typeface="Calibri"/>
              </a:rPr>
              <a:t>understand</a:t>
            </a:r>
            <a:r>
              <a:rPr sz="1500" b="1" spc="-49" dirty="0">
                <a:latin typeface="Calibri"/>
                <a:cs typeface="Calibri"/>
              </a:rPr>
              <a:t> </a:t>
            </a:r>
            <a:r>
              <a:rPr sz="1500" b="1" dirty="0">
                <a:latin typeface="Calibri"/>
                <a:cs typeface="Calibri"/>
              </a:rPr>
              <a:t>the</a:t>
            </a:r>
            <a:r>
              <a:rPr sz="1500" b="1" spc="-53" dirty="0">
                <a:latin typeface="Calibri"/>
                <a:cs typeface="Calibri"/>
              </a:rPr>
              <a:t> </a:t>
            </a:r>
            <a:r>
              <a:rPr sz="1500" b="1" dirty="0">
                <a:latin typeface="Calibri"/>
                <a:cs typeface="Calibri"/>
              </a:rPr>
              <a:t>steps</a:t>
            </a:r>
            <a:r>
              <a:rPr sz="1500" b="1" spc="-49" dirty="0">
                <a:latin typeface="Calibri"/>
                <a:cs typeface="Calibri"/>
              </a:rPr>
              <a:t> </a:t>
            </a:r>
            <a:r>
              <a:rPr sz="1500" b="1" dirty="0">
                <a:latin typeface="Calibri"/>
                <a:cs typeface="Calibri"/>
              </a:rPr>
              <a:t>Companions</a:t>
            </a:r>
            <a:r>
              <a:rPr sz="1500" b="1" spc="-49" dirty="0">
                <a:latin typeface="Calibri"/>
                <a:cs typeface="Calibri"/>
              </a:rPr>
              <a:t> </a:t>
            </a:r>
            <a:r>
              <a:rPr sz="1500" b="1" dirty="0">
                <a:latin typeface="Calibri"/>
                <a:cs typeface="Calibri"/>
              </a:rPr>
              <a:t>and</a:t>
            </a:r>
            <a:r>
              <a:rPr sz="1500" b="1" spc="-49" dirty="0">
                <a:latin typeface="Calibri"/>
                <a:cs typeface="Calibri"/>
              </a:rPr>
              <a:t> </a:t>
            </a:r>
            <a:r>
              <a:rPr sz="1500" b="1" dirty="0">
                <a:latin typeface="Calibri"/>
                <a:cs typeface="Calibri"/>
              </a:rPr>
              <a:t>the</a:t>
            </a:r>
            <a:r>
              <a:rPr sz="1500" b="1" spc="-53" dirty="0">
                <a:latin typeface="Calibri"/>
                <a:cs typeface="Calibri"/>
              </a:rPr>
              <a:t> </a:t>
            </a:r>
            <a:r>
              <a:rPr sz="1500" b="1" dirty="0">
                <a:latin typeface="Calibri"/>
                <a:cs typeface="Calibri"/>
              </a:rPr>
              <a:t>Chapter</a:t>
            </a:r>
            <a:r>
              <a:rPr sz="1500" b="1" spc="-53" dirty="0">
                <a:latin typeface="Calibri"/>
                <a:cs typeface="Calibri"/>
              </a:rPr>
              <a:t> </a:t>
            </a:r>
            <a:r>
              <a:rPr sz="1500" b="1" spc="-8" dirty="0">
                <a:latin typeface="Calibri"/>
                <a:cs typeface="Calibri"/>
              </a:rPr>
              <a:t>Membership </a:t>
            </a:r>
            <a:r>
              <a:rPr sz="1500" b="1" spc="-23" dirty="0">
                <a:latin typeface="Calibri"/>
                <a:cs typeface="Calibri"/>
              </a:rPr>
              <a:t>Team</a:t>
            </a:r>
            <a:r>
              <a:rPr sz="1500" b="1" spc="-34" dirty="0">
                <a:latin typeface="Calibri"/>
                <a:cs typeface="Calibri"/>
              </a:rPr>
              <a:t> </a:t>
            </a:r>
            <a:r>
              <a:rPr sz="1500" b="1" dirty="0">
                <a:latin typeface="Calibri"/>
                <a:cs typeface="Calibri"/>
              </a:rPr>
              <a:t>will</a:t>
            </a:r>
            <a:r>
              <a:rPr sz="1500" b="1" spc="-30" dirty="0">
                <a:latin typeface="Calibri"/>
                <a:cs typeface="Calibri"/>
              </a:rPr>
              <a:t> </a:t>
            </a:r>
            <a:r>
              <a:rPr sz="1500" b="1" dirty="0">
                <a:latin typeface="Calibri"/>
                <a:cs typeface="Calibri"/>
              </a:rPr>
              <a:t>need</a:t>
            </a:r>
            <a:r>
              <a:rPr sz="1500" b="1" spc="-30" dirty="0">
                <a:latin typeface="Calibri"/>
                <a:cs typeface="Calibri"/>
              </a:rPr>
              <a:t> </a:t>
            </a:r>
            <a:r>
              <a:rPr sz="1500" b="1" dirty="0">
                <a:latin typeface="Calibri"/>
                <a:cs typeface="Calibri"/>
              </a:rPr>
              <a:t>to</a:t>
            </a:r>
            <a:r>
              <a:rPr sz="1500" b="1" spc="-30" dirty="0">
                <a:latin typeface="Calibri"/>
                <a:cs typeface="Calibri"/>
              </a:rPr>
              <a:t> </a:t>
            </a:r>
            <a:r>
              <a:rPr sz="1500" b="1" spc="-8" dirty="0">
                <a:latin typeface="Calibri"/>
                <a:cs typeface="Calibri"/>
              </a:rPr>
              <a:t>take</a:t>
            </a:r>
            <a:r>
              <a:rPr sz="1500" b="1" spc="-34" dirty="0">
                <a:latin typeface="Calibri"/>
                <a:cs typeface="Calibri"/>
              </a:rPr>
              <a:t> </a:t>
            </a:r>
            <a:r>
              <a:rPr sz="1500" b="1" dirty="0">
                <a:latin typeface="Calibri"/>
                <a:cs typeface="Calibri"/>
              </a:rPr>
              <a:t>to</a:t>
            </a:r>
            <a:r>
              <a:rPr sz="1500" b="1" spc="-30" dirty="0">
                <a:latin typeface="Calibri"/>
                <a:cs typeface="Calibri"/>
              </a:rPr>
              <a:t> </a:t>
            </a:r>
            <a:r>
              <a:rPr sz="1500" b="1" dirty="0">
                <a:latin typeface="Calibri"/>
                <a:cs typeface="Calibri"/>
              </a:rPr>
              <a:t>support</a:t>
            </a:r>
            <a:r>
              <a:rPr sz="1500" b="1" spc="-30" dirty="0">
                <a:latin typeface="Calibri"/>
                <a:cs typeface="Calibri"/>
              </a:rPr>
              <a:t> </a:t>
            </a:r>
            <a:r>
              <a:rPr sz="1500" b="1" spc="-8" dirty="0">
                <a:latin typeface="Calibri"/>
                <a:cs typeface="Calibri"/>
              </a:rPr>
              <a:t>Master</a:t>
            </a:r>
            <a:r>
              <a:rPr sz="1500" b="1" spc="-34" dirty="0">
                <a:latin typeface="Calibri"/>
                <a:cs typeface="Calibri"/>
              </a:rPr>
              <a:t> </a:t>
            </a:r>
            <a:r>
              <a:rPr sz="1500" b="1" dirty="0">
                <a:latin typeface="Calibri"/>
                <a:cs typeface="Calibri"/>
              </a:rPr>
              <a:t>Masons</a:t>
            </a:r>
            <a:r>
              <a:rPr sz="1500" b="1" spc="-30" dirty="0">
                <a:latin typeface="Calibri"/>
                <a:cs typeface="Calibri"/>
              </a:rPr>
              <a:t> </a:t>
            </a:r>
            <a:r>
              <a:rPr sz="1500" b="1" dirty="0">
                <a:latin typeface="Calibri"/>
                <a:cs typeface="Calibri"/>
              </a:rPr>
              <a:t>in</a:t>
            </a:r>
            <a:r>
              <a:rPr sz="1500" b="1" spc="-26" dirty="0">
                <a:latin typeface="Calibri"/>
                <a:cs typeface="Calibri"/>
              </a:rPr>
              <a:t> </a:t>
            </a:r>
            <a:r>
              <a:rPr sz="1500" b="1" dirty="0">
                <a:latin typeface="Calibri"/>
                <a:cs typeface="Calibri"/>
              </a:rPr>
              <a:t>their</a:t>
            </a:r>
            <a:r>
              <a:rPr sz="1500" b="1" spc="-34" dirty="0">
                <a:latin typeface="Calibri"/>
                <a:cs typeface="Calibri"/>
              </a:rPr>
              <a:t> </a:t>
            </a:r>
            <a:r>
              <a:rPr sz="1500" b="1" spc="-8" dirty="0">
                <a:latin typeface="Calibri"/>
                <a:cs typeface="Calibri"/>
              </a:rPr>
              <a:t>Journey</a:t>
            </a:r>
            <a:endParaRPr sz="1500">
              <a:latin typeface="Calibri"/>
              <a:cs typeface="Calibri"/>
            </a:endParaRPr>
          </a:p>
          <a:p>
            <a:pPr marL="9525">
              <a:spcBef>
                <a:spcPts val="450"/>
              </a:spcBef>
            </a:pPr>
            <a:r>
              <a:rPr sz="1500" b="1" dirty="0">
                <a:latin typeface="Calibri"/>
                <a:cs typeface="Calibri"/>
              </a:rPr>
              <a:t>to</a:t>
            </a:r>
            <a:r>
              <a:rPr sz="1500" b="1" spc="-38" dirty="0">
                <a:latin typeface="Calibri"/>
                <a:cs typeface="Calibri"/>
              </a:rPr>
              <a:t> </a:t>
            </a:r>
            <a:r>
              <a:rPr sz="1500" b="1" dirty="0">
                <a:latin typeface="Calibri"/>
                <a:cs typeface="Calibri"/>
              </a:rPr>
              <a:t>be</a:t>
            </a:r>
            <a:r>
              <a:rPr sz="1500" b="1" spc="-38" dirty="0">
                <a:latin typeface="Calibri"/>
                <a:cs typeface="Calibri"/>
              </a:rPr>
              <a:t> </a:t>
            </a:r>
            <a:r>
              <a:rPr sz="1500" b="1" dirty="0">
                <a:latin typeface="Calibri"/>
                <a:cs typeface="Calibri"/>
              </a:rPr>
              <a:t>Companions</a:t>
            </a:r>
            <a:r>
              <a:rPr sz="1500" b="1" spc="-34" dirty="0">
                <a:latin typeface="Calibri"/>
                <a:cs typeface="Calibri"/>
              </a:rPr>
              <a:t> </a:t>
            </a:r>
            <a:r>
              <a:rPr sz="1500" b="1" dirty="0">
                <a:latin typeface="Calibri"/>
                <a:cs typeface="Calibri"/>
              </a:rPr>
              <a:t>and</a:t>
            </a:r>
            <a:r>
              <a:rPr sz="1500" b="1" spc="-34" dirty="0">
                <a:latin typeface="Calibri"/>
                <a:cs typeface="Calibri"/>
              </a:rPr>
              <a:t> </a:t>
            </a:r>
            <a:r>
              <a:rPr sz="1500" b="1" dirty="0">
                <a:latin typeface="Calibri"/>
                <a:cs typeface="Calibri"/>
              </a:rPr>
              <a:t>maintaining</a:t>
            </a:r>
            <a:r>
              <a:rPr sz="1500" b="1" spc="-38" dirty="0">
                <a:latin typeface="Calibri"/>
                <a:cs typeface="Calibri"/>
              </a:rPr>
              <a:t> </a:t>
            </a:r>
            <a:r>
              <a:rPr sz="1500" b="1" dirty="0">
                <a:latin typeface="Calibri"/>
                <a:cs typeface="Calibri"/>
              </a:rPr>
              <a:t>their</a:t>
            </a:r>
            <a:r>
              <a:rPr sz="1500" b="1" spc="-41" dirty="0">
                <a:latin typeface="Calibri"/>
                <a:cs typeface="Calibri"/>
              </a:rPr>
              <a:t> </a:t>
            </a:r>
            <a:r>
              <a:rPr sz="1500" b="1" spc="-8" dirty="0">
                <a:latin typeface="Calibri"/>
                <a:cs typeface="Calibri"/>
              </a:rPr>
              <a:t>engagement;</a:t>
            </a:r>
            <a:endParaRPr sz="1500">
              <a:latin typeface="Calibri"/>
              <a:cs typeface="Calibri"/>
            </a:endParaRPr>
          </a:p>
        </p:txBody>
      </p:sp>
      <p:sp>
        <p:nvSpPr>
          <p:cNvPr id="4" name="object 4"/>
          <p:cNvSpPr txBox="1"/>
          <p:nvPr/>
        </p:nvSpPr>
        <p:spPr>
          <a:xfrm>
            <a:off x="333375" y="2917698"/>
            <a:ext cx="990124" cy="240450"/>
          </a:xfrm>
          <a:prstGeom prst="rect">
            <a:avLst/>
          </a:prstGeom>
        </p:spPr>
        <p:txBody>
          <a:bodyPr vert="horz" wrap="square" lIns="0" tIns="9525" rIns="0" bIns="0" rtlCol="0">
            <a:spAutoFit/>
          </a:bodyPr>
          <a:lstStyle/>
          <a:p>
            <a:pPr marL="9525">
              <a:spcBef>
                <a:spcPts val="75"/>
              </a:spcBef>
            </a:pPr>
            <a:r>
              <a:rPr sz="1500" b="1" dirty="0">
                <a:latin typeface="Calibri"/>
                <a:cs typeface="Calibri"/>
                <a:hlinkClick r:id="rId4"/>
              </a:rPr>
              <a:t>Thread</a:t>
            </a:r>
            <a:r>
              <a:rPr sz="1500" b="1" spc="-71" dirty="0">
                <a:latin typeface="Calibri"/>
                <a:cs typeface="Calibri"/>
                <a:hlinkClick r:id="rId4"/>
              </a:rPr>
              <a:t> </a:t>
            </a:r>
            <a:r>
              <a:rPr sz="1500" b="1" spc="-8" dirty="0">
                <a:latin typeface="Calibri"/>
                <a:cs typeface="Calibri"/>
                <a:hlinkClick r:id="rId4"/>
              </a:rPr>
              <a:t>Link:</a:t>
            </a:r>
            <a:endParaRPr sz="1500">
              <a:latin typeface="Calibri"/>
              <a:cs typeface="Calibri"/>
            </a:endParaRPr>
          </a:p>
        </p:txBody>
      </p:sp>
      <p:sp>
        <p:nvSpPr>
          <p:cNvPr id="5" name="object 5"/>
          <p:cNvSpPr txBox="1"/>
          <p:nvPr/>
        </p:nvSpPr>
        <p:spPr>
          <a:xfrm>
            <a:off x="1621226" y="2927272"/>
            <a:ext cx="1827848" cy="228909"/>
          </a:xfrm>
          <a:prstGeom prst="rect">
            <a:avLst/>
          </a:prstGeom>
        </p:spPr>
        <p:txBody>
          <a:bodyPr vert="horz" wrap="square" lIns="0" tIns="9525" rIns="0" bIns="0" rtlCol="0">
            <a:spAutoFit/>
          </a:bodyPr>
          <a:lstStyle/>
          <a:p>
            <a:pPr marL="9525">
              <a:spcBef>
                <a:spcPts val="75"/>
              </a:spcBef>
            </a:pPr>
            <a:r>
              <a:rPr sz="1425" b="1" spc="-8" dirty="0">
                <a:solidFill>
                  <a:srgbClr val="B02E24"/>
                </a:solidFill>
                <a:latin typeface="Calibri"/>
                <a:cs typeface="Calibri"/>
                <a:hlinkClick r:id="rId4"/>
              </a:rPr>
              <a:t>Promoting</a:t>
            </a:r>
            <a:r>
              <a:rPr sz="1425" b="1" spc="-53" dirty="0">
                <a:solidFill>
                  <a:srgbClr val="B02E24"/>
                </a:solidFill>
                <a:latin typeface="Calibri"/>
                <a:cs typeface="Calibri"/>
                <a:hlinkClick r:id="rId4"/>
              </a:rPr>
              <a:t> </a:t>
            </a:r>
            <a:r>
              <a:rPr sz="1425" b="1" dirty="0">
                <a:solidFill>
                  <a:srgbClr val="B02E24"/>
                </a:solidFill>
                <a:latin typeface="Calibri"/>
                <a:cs typeface="Calibri"/>
                <a:hlinkClick r:id="rId4"/>
              </a:rPr>
              <a:t>your</a:t>
            </a:r>
            <a:r>
              <a:rPr sz="1425" b="1" spc="-49" dirty="0">
                <a:solidFill>
                  <a:srgbClr val="B02E24"/>
                </a:solidFill>
                <a:latin typeface="Calibri"/>
                <a:cs typeface="Calibri"/>
                <a:hlinkClick r:id="rId4"/>
              </a:rPr>
              <a:t> </a:t>
            </a:r>
            <a:r>
              <a:rPr sz="1425" b="1" spc="-8" dirty="0">
                <a:solidFill>
                  <a:srgbClr val="B02E24"/>
                </a:solidFill>
                <a:latin typeface="Calibri"/>
                <a:cs typeface="Calibri"/>
                <a:hlinkClick r:id="rId4"/>
              </a:rPr>
              <a:t>Chapter</a:t>
            </a:r>
            <a:endParaRPr sz="1425">
              <a:latin typeface="Calibri"/>
              <a:cs typeface="Calibri"/>
            </a:endParaRPr>
          </a:p>
        </p:txBody>
      </p:sp>
      <p:sp>
        <p:nvSpPr>
          <p:cNvPr id="6" name="object 6"/>
          <p:cNvSpPr txBox="1"/>
          <p:nvPr/>
        </p:nvSpPr>
        <p:spPr>
          <a:xfrm>
            <a:off x="2745520" y="4301451"/>
            <a:ext cx="822960" cy="315310"/>
          </a:xfrm>
          <a:prstGeom prst="rect">
            <a:avLst/>
          </a:prstGeom>
        </p:spPr>
        <p:txBody>
          <a:bodyPr vert="horz" wrap="square" lIns="0" tIns="32861" rIns="0" bIns="0" rtlCol="0">
            <a:spAutoFit/>
          </a:bodyPr>
          <a:lstStyle/>
          <a:p>
            <a:pPr marL="9525" marR="3810">
              <a:lnSpc>
                <a:spcPts val="1080"/>
              </a:lnSpc>
              <a:spcBef>
                <a:spcPts val="259"/>
              </a:spcBef>
            </a:pPr>
            <a:r>
              <a:rPr sz="1050" b="1" spc="-8" dirty="0">
                <a:solidFill>
                  <a:srgbClr val="B02E24"/>
                </a:solidFill>
                <a:latin typeface="Calibri"/>
                <a:cs typeface="Calibri"/>
                <a:hlinkClick r:id="rId5"/>
              </a:rPr>
              <a:t>Using</a:t>
            </a:r>
            <a:r>
              <a:rPr sz="1050" b="1" spc="375" dirty="0">
                <a:solidFill>
                  <a:srgbClr val="B02E24"/>
                </a:solidFill>
                <a:latin typeface="Calibri"/>
                <a:cs typeface="Calibri"/>
                <a:hlinkClick r:id="rId5"/>
              </a:rPr>
              <a:t> </a:t>
            </a:r>
            <a:r>
              <a:rPr sz="1050" b="1" spc="-8" dirty="0">
                <a:solidFill>
                  <a:srgbClr val="B02E24"/>
                </a:solidFill>
                <a:latin typeface="Calibri"/>
                <a:cs typeface="Calibri"/>
                <a:hlinkClick r:id="rId5"/>
              </a:rPr>
              <a:t>Discover </a:t>
            </a:r>
            <a:r>
              <a:rPr sz="1050" b="1" spc="-15" dirty="0">
                <a:solidFill>
                  <a:srgbClr val="B02E24"/>
                </a:solidFill>
                <a:latin typeface="Calibri"/>
                <a:cs typeface="Calibri"/>
                <a:hlinkClick r:id="rId5"/>
              </a:rPr>
              <a:t>More</a:t>
            </a:r>
            <a:endParaRPr sz="1050">
              <a:latin typeface="Calibri"/>
              <a:cs typeface="Calibri"/>
            </a:endParaRPr>
          </a:p>
        </p:txBody>
      </p:sp>
      <p:sp>
        <p:nvSpPr>
          <p:cNvPr id="7" name="object 7"/>
          <p:cNvSpPr txBox="1"/>
          <p:nvPr/>
        </p:nvSpPr>
        <p:spPr>
          <a:xfrm>
            <a:off x="2755045" y="5000395"/>
            <a:ext cx="1664494" cy="269304"/>
          </a:xfrm>
          <a:prstGeom prst="rect">
            <a:avLst/>
          </a:prstGeom>
        </p:spPr>
        <p:txBody>
          <a:bodyPr vert="horz" wrap="square" lIns="0" tIns="0" rIns="0" bIns="0" rtlCol="0">
            <a:spAutoFit/>
          </a:bodyPr>
          <a:lstStyle/>
          <a:p>
            <a:pPr>
              <a:lnSpc>
                <a:spcPts val="907"/>
              </a:lnSpc>
            </a:pPr>
            <a:r>
              <a:rPr sz="1050" b="1" spc="-15" dirty="0">
                <a:solidFill>
                  <a:srgbClr val="B02E24"/>
                </a:solidFill>
                <a:latin typeface="Calibri"/>
                <a:cs typeface="Calibri"/>
              </a:rPr>
              <a:t>TALKING</a:t>
            </a:r>
            <a:r>
              <a:rPr sz="1050" b="1" spc="-23" dirty="0">
                <a:solidFill>
                  <a:srgbClr val="B02E24"/>
                </a:solidFill>
                <a:latin typeface="Calibri"/>
                <a:cs typeface="Calibri"/>
              </a:rPr>
              <a:t> </a:t>
            </a:r>
            <a:r>
              <a:rPr sz="1050" b="1" dirty="0">
                <a:solidFill>
                  <a:srgbClr val="B02E24"/>
                </a:solidFill>
                <a:latin typeface="Calibri"/>
                <a:cs typeface="Calibri"/>
              </a:rPr>
              <a:t>HEADS</a:t>
            </a:r>
            <a:r>
              <a:rPr sz="1050" b="1" spc="-23" dirty="0">
                <a:solidFill>
                  <a:srgbClr val="B02E24"/>
                </a:solidFill>
                <a:latin typeface="Calibri"/>
                <a:cs typeface="Calibri"/>
              </a:rPr>
              <a:t> </a:t>
            </a:r>
            <a:r>
              <a:rPr sz="1050" b="1" dirty="0">
                <a:solidFill>
                  <a:srgbClr val="B02E24"/>
                </a:solidFill>
                <a:latin typeface="Calibri"/>
                <a:cs typeface="Calibri"/>
              </a:rPr>
              <a:t>–</a:t>
            </a:r>
            <a:r>
              <a:rPr sz="1050" b="1" spc="-23" dirty="0">
                <a:solidFill>
                  <a:srgbClr val="B02E24"/>
                </a:solidFill>
                <a:latin typeface="Calibri"/>
                <a:cs typeface="Calibri"/>
              </a:rPr>
              <a:t> </a:t>
            </a:r>
            <a:r>
              <a:rPr sz="1050" b="1" spc="-38" dirty="0">
                <a:solidFill>
                  <a:srgbClr val="B02E24"/>
                </a:solidFill>
                <a:latin typeface="Calibri"/>
                <a:cs typeface="Calibri"/>
              </a:rPr>
              <a:t>A</a:t>
            </a:r>
            <a:endParaRPr sz="1050">
              <a:latin typeface="Calibri"/>
              <a:cs typeface="Calibri"/>
            </a:endParaRPr>
          </a:p>
          <a:p>
            <a:pPr>
              <a:lnSpc>
                <a:spcPts val="1170"/>
              </a:lnSpc>
            </a:pPr>
            <a:r>
              <a:rPr sz="1050" b="1" spc="-8" dirty="0">
                <a:solidFill>
                  <a:srgbClr val="B02E24"/>
                </a:solidFill>
                <a:latin typeface="Calibri"/>
                <a:cs typeface="Calibri"/>
              </a:rPr>
              <a:t>presentation </a:t>
            </a:r>
            <a:r>
              <a:rPr sz="1050" b="1" dirty="0">
                <a:solidFill>
                  <a:srgbClr val="B02E24"/>
                </a:solidFill>
                <a:latin typeface="Calibri"/>
                <a:cs typeface="Calibri"/>
              </a:rPr>
              <a:t>for</a:t>
            </a:r>
            <a:r>
              <a:rPr sz="1050" b="1" spc="-11" dirty="0">
                <a:solidFill>
                  <a:srgbClr val="B02E24"/>
                </a:solidFill>
                <a:latin typeface="Calibri"/>
                <a:cs typeface="Calibri"/>
              </a:rPr>
              <a:t> </a:t>
            </a:r>
            <a:r>
              <a:rPr sz="1050" b="1" dirty="0">
                <a:solidFill>
                  <a:srgbClr val="B02E24"/>
                </a:solidFill>
                <a:latin typeface="Calibri"/>
                <a:cs typeface="Calibri"/>
              </a:rPr>
              <a:t>use</a:t>
            </a:r>
            <a:r>
              <a:rPr sz="1050" b="1" spc="-11" dirty="0">
                <a:solidFill>
                  <a:srgbClr val="B02E24"/>
                </a:solidFill>
                <a:latin typeface="Calibri"/>
                <a:cs typeface="Calibri"/>
              </a:rPr>
              <a:t> </a:t>
            </a:r>
            <a:r>
              <a:rPr sz="1050" b="1" dirty="0">
                <a:solidFill>
                  <a:srgbClr val="B02E24"/>
                </a:solidFill>
                <a:latin typeface="Calibri"/>
                <a:cs typeface="Calibri"/>
              </a:rPr>
              <a:t>in</a:t>
            </a:r>
            <a:r>
              <a:rPr sz="1050" b="1" spc="-8" dirty="0">
                <a:solidFill>
                  <a:srgbClr val="B02E24"/>
                </a:solidFill>
                <a:latin typeface="Calibri"/>
                <a:cs typeface="Calibri"/>
              </a:rPr>
              <a:t> Lodges</a:t>
            </a:r>
            <a:endParaRPr sz="1050">
              <a:latin typeface="Calibri"/>
              <a:cs typeface="Calibri"/>
            </a:endParaRPr>
          </a:p>
        </p:txBody>
      </p:sp>
      <p:sp>
        <p:nvSpPr>
          <p:cNvPr id="8" name="object 8"/>
          <p:cNvSpPr txBox="1"/>
          <p:nvPr/>
        </p:nvSpPr>
        <p:spPr>
          <a:xfrm>
            <a:off x="894088" y="4350790"/>
            <a:ext cx="1121093" cy="171201"/>
          </a:xfrm>
          <a:prstGeom prst="rect">
            <a:avLst/>
          </a:prstGeom>
        </p:spPr>
        <p:txBody>
          <a:bodyPr vert="horz" wrap="square" lIns="0" tIns="9525" rIns="0" bIns="0" rtlCol="0">
            <a:spAutoFit/>
          </a:bodyPr>
          <a:lstStyle/>
          <a:p>
            <a:pPr marL="9525">
              <a:spcBef>
                <a:spcPts val="75"/>
              </a:spcBef>
            </a:pPr>
            <a:r>
              <a:rPr sz="1050" b="1" dirty="0">
                <a:solidFill>
                  <a:srgbClr val="B02E24"/>
                </a:solidFill>
                <a:latin typeface="Calibri"/>
                <a:cs typeface="Calibri"/>
                <a:hlinkClick r:id="rId6"/>
              </a:rPr>
              <a:t>Chapter</a:t>
            </a:r>
            <a:r>
              <a:rPr sz="1050" b="1" spc="-34" dirty="0">
                <a:solidFill>
                  <a:srgbClr val="B02E24"/>
                </a:solidFill>
                <a:latin typeface="Calibri"/>
                <a:cs typeface="Calibri"/>
                <a:hlinkClick r:id="rId6"/>
              </a:rPr>
              <a:t> </a:t>
            </a:r>
            <a:r>
              <a:rPr sz="1050" b="1" spc="-8" dirty="0">
                <a:solidFill>
                  <a:srgbClr val="B02E24"/>
                </a:solidFill>
                <a:latin typeface="Calibri"/>
                <a:cs typeface="Calibri"/>
                <a:hlinkClick r:id="rId6"/>
              </a:rPr>
              <a:t>Description</a:t>
            </a:r>
            <a:endParaRPr sz="1050">
              <a:latin typeface="Calibri"/>
              <a:cs typeface="Calibri"/>
            </a:endParaRPr>
          </a:p>
        </p:txBody>
      </p:sp>
      <p:sp>
        <p:nvSpPr>
          <p:cNvPr id="9" name="object 9"/>
          <p:cNvSpPr txBox="1"/>
          <p:nvPr/>
        </p:nvSpPr>
        <p:spPr>
          <a:xfrm>
            <a:off x="894089" y="5051412"/>
            <a:ext cx="1114901" cy="171201"/>
          </a:xfrm>
          <a:prstGeom prst="rect">
            <a:avLst/>
          </a:prstGeom>
        </p:spPr>
        <p:txBody>
          <a:bodyPr vert="horz" wrap="square" lIns="0" tIns="9525" rIns="0" bIns="0" rtlCol="0">
            <a:spAutoFit/>
          </a:bodyPr>
          <a:lstStyle/>
          <a:p>
            <a:pPr marL="9525">
              <a:spcBef>
                <a:spcPts val="75"/>
              </a:spcBef>
            </a:pPr>
            <a:r>
              <a:rPr sz="1050" b="1" dirty="0">
                <a:solidFill>
                  <a:srgbClr val="B02E24"/>
                </a:solidFill>
                <a:latin typeface="Calibri"/>
                <a:cs typeface="Calibri"/>
                <a:hlinkClick r:id="rId7"/>
              </a:rPr>
              <a:t>Using</a:t>
            </a:r>
            <a:r>
              <a:rPr sz="1050" b="1" spc="-34" dirty="0">
                <a:solidFill>
                  <a:srgbClr val="B02E24"/>
                </a:solidFill>
                <a:latin typeface="Calibri"/>
                <a:cs typeface="Calibri"/>
                <a:hlinkClick r:id="rId7"/>
              </a:rPr>
              <a:t> </a:t>
            </a:r>
            <a:r>
              <a:rPr sz="1050" b="1" spc="-15" dirty="0">
                <a:solidFill>
                  <a:srgbClr val="B02E24"/>
                </a:solidFill>
                <a:latin typeface="Calibri"/>
                <a:cs typeface="Calibri"/>
                <a:hlinkClick r:id="rId7"/>
              </a:rPr>
              <a:t>Talking</a:t>
            </a:r>
            <a:r>
              <a:rPr sz="1050" b="1" spc="-34" dirty="0">
                <a:solidFill>
                  <a:srgbClr val="B02E24"/>
                </a:solidFill>
                <a:latin typeface="Calibri"/>
                <a:cs typeface="Calibri"/>
                <a:hlinkClick r:id="rId7"/>
              </a:rPr>
              <a:t> </a:t>
            </a:r>
            <a:r>
              <a:rPr sz="1050" b="1" spc="-8" dirty="0">
                <a:solidFill>
                  <a:srgbClr val="B02E24"/>
                </a:solidFill>
                <a:latin typeface="Calibri"/>
                <a:cs typeface="Calibri"/>
                <a:hlinkClick r:id="rId7"/>
              </a:rPr>
              <a:t>Heads</a:t>
            </a:r>
            <a:endParaRPr sz="1050">
              <a:latin typeface="Calibri"/>
              <a:cs typeface="Calibri"/>
            </a:endParaRPr>
          </a:p>
        </p:txBody>
      </p:sp>
      <p:grpSp>
        <p:nvGrpSpPr>
          <p:cNvPr id="10" name="object 10"/>
          <p:cNvGrpSpPr/>
          <p:nvPr/>
        </p:nvGrpSpPr>
        <p:grpSpPr>
          <a:xfrm>
            <a:off x="371475" y="3481073"/>
            <a:ext cx="1533525" cy="566738"/>
            <a:chOff x="495300" y="4641431"/>
            <a:chExt cx="2044700" cy="755650"/>
          </a:xfrm>
        </p:grpSpPr>
        <p:sp>
          <p:nvSpPr>
            <p:cNvPr id="11" name="object 11"/>
            <p:cNvSpPr/>
            <p:nvPr/>
          </p:nvSpPr>
          <p:spPr>
            <a:xfrm>
              <a:off x="495300" y="4641431"/>
              <a:ext cx="2044700" cy="755650"/>
            </a:xfrm>
            <a:custGeom>
              <a:avLst/>
              <a:gdLst/>
              <a:ahLst/>
              <a:cxnLst/>
              <a:rect l="l" t="t" r="r" b="b"/>
              <a:pathLst>
                <a:path w="2044700" h="755650">
                  <a:moveTo>
                    <a:pt x="2044700" y="0"/>
                  </a:moveTo>
                  <a:lnTo>
                    <a:pt x="0" y="0"/>
                  </a:lnTo>
                  <a:lnTo>
                    <a:pt x="0" y="755281"/>
                  </a:lnTo>
                  <a:lnTo>
                    <a:pt x="2044700" y="755281"/>
                  </a:lnTo>
                  <a:lnTo>
                    <a:pt x="2044700" y="0"/>
                  </a:lnTo>
                  <a:close/>
                </a:path>
              </a:pathLst>
            </a:custGeom>
            <a:solidFill>
              <a:srgbClr val="000000"/>
            </a:solidFill>
          </p:spPr>
          <p:txBody>
            <a:bodyPr wrap="square" lIns="0" tIns="0" rIns="0" bIns="0" rtlCol="0"/>
            <a:lstStyle/>
            <a:p>
              <a:endParaRPr sz="1350"/>
            </a:p>
          </p:txBody>
        </p:sp>
        <p:sp>
          <p:nvSpPr>
            <p:cNvPr id="12" name="object 12"/>
            <p:cNvSpPr/>
            <p:nvPr/>
          </p:nvSpPr>
          <p:spPr>
            <a:xfrm>
              <a:off x="2047638" y="4832990"/>
              <a:ext cx="422275" cy="451484"/>
            </a:xfrm>
            <a:custGeom>
              <a:avLst/>
              <a:gdLst/>
              <a:ahLst/>
              <a:cxnLst/>
              <a:rect l="l" t="t" r="r" b="b"/>
              <a:pathLst>
                <a:path w="422275" h="451485">
                  <a:moveTo>
                    <a:pt x="28289" y="0"/>
                  </a:moveTo>
                  <a:lnTo>
                    <a:pt x="16182" y="3888"/>
                  </a:lnTo>
                  <a:lnTo>
                    <a:pt x="6548" y="12201"/>
                  </a:lnTo>
                  <a:lnTo>
                    <a:pt x="1020" y="23211"/>
                  </a:lnTo>
                  <a:lnTo>
                    <a:pt x="0" y="35489"/>
                  </a:lnTo>
                  <a:lnTo>
                    <a:pt x="3888" y="47602"/>
                  </a:lnTo>
                  <a:lnTo>
                    <a:pt x="154828" y="316575"/>
                  </a:lnTo>
                  <a:lnTo>
                    <a:pt x="104307" y="272303"/>
                  </a:lnTo>
                  <a:lnTo>
                    <a:pt x="57914" y="275351"/>
                  </a:lnTo>
                  <a:lnTo>
                    <a:pt x="49865" y="299182"/>
                  </a:lnTo>
                  <a:lnTo>
                    <a:pt x="53071" y="311387"/>
                  </a:lnTo>
                  <a:lnTo>
                    <a:pt x="154750" y="404573"/>
                  </a:lnTo>
                  <a:lnTo>
                    <a:pt x="203105" y="437801"/>
                  </a:lnTo>
                  <a:lnTo>
                    <a:pt x="269373" y="451408"/>
                  </a:lnTo>
                  <a:lnTo>
                    <a:pt x="303634" y="446991"/>
                  </a:lnTo>
                  <a:lnTo>
                    <a:pt x="342750" y="431535"/>
                  </a:lnTo>
                  <a:lnTo>
                    <a:pt x="377798" y="404725"/>
                  </a:lnTo>
                  <a:lnTo>
                    <a:pt x="407812" y="361114"/>
                  </a:lnTo>
                  <a:lnTo>
                    <a:pt x="422060" y="291088"/>
                  </a:lnTo>
                  <a:lnTo>
                    <a:pt x="416618" y="254917"/>
                  </a:lnTo>
                  <a:lnTo>
                    <a:pt x="351589" y="129720"/>
                  </a:lnTo>
                  <a:lnTo>
                    <a:pt x="313524" y="84857"/>
                  </a:lnTo>
                  <a:lnTo>
                    <a:pt x="297604" y="79917"/>
                  </a:lnTo>
                  <a:lnTo>
                    <a:pt x="284126" y="82590"/>
                  </a:lnTo>
                  <a:lnTo>
                    <a:pt x="273128" y="125262"/>
                  </a:lnTo>
                  <a:lnTo>
                    <a:pt x="293639" y="161851"/>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20" y="208511"/>
                  </a:lnTo>
                  <a:lnTo>
                    <a:pt x="59883" y="16182"/>
                  </a:lnTo>
                  <a:lnTo>
                    <a:pt x="51576" y="6548"/>
                  </a:lnTo>
                  <a:lnTo>
                    <a:pt x="40566" y="1020"/>
                  </a:lnTo>
                  <a:lnTo>
                    <a:pt x="28289" y="0"/>
                  </a:lnTo>
                  <a:close/>
                </a:path>
              </a:pathLst>
            </a:custGeom>
            <a:solidFill>
              <a:srgbClr val="A99968"/>
            </a:solidFill>
          </p:spPr>
          <p:txBody>
            <a:bodyPr wrap="square" lIns="0" tIns="0" rIns="0" bIns="0" rtlCol="0"/>
            <a:lstStyle/>
            <a:p>
              <a:endParaRPr sz="1350"/>
            </a:p>
          </p:txBody>
        </p:sp>
        <p:sp>
          <p:nvSpPr>
            <p:cNvPr id="13" name="object 13"/>
            <p:cNvSpPr/>
            <p:nvPr/>
          </p:nvSpPr>
          <p:spPr>
            <a:xfrm>
              <a:off x="2047638" y="4832990"/>
              <a:ext cx="422275" cy="451484"/>
            </a:xfrm>
            <a:custGeom>
              <a:avLst/>
              <a:gdLst/>
              <a:ahLst/>
              <a:cxnLst/>
              <a:rect l="l" t="t" r="r" b="b"/>
              <a:pathLst>
                <a:path w="422275" h="451485">
                  <a:moveTo>
                    <a:pt x="284126" y="82590"/>
                  </a:moveTo>
                  <a:lnTo>
                    <a:pt x="281548" y="84038"/>
                  </a:lnTo>
                  <a:lnTo>
                    <a:pt x="272525" y="91958"/>
                  </a:lnTo>
                  <a:lnTo>
                    <a:pt x="268328" y="102116"/>
                  </a:lnTo>
                  <a:lnTo>
                    <a:pt x="268636" y="113542"/>
                  </a:lnTo>
                  <a:lnTo>
                    <a:pt x="273128" y="125262"/>
                  </a:lnTo>
                  <a:lnTo>
                    <a:pt x="293728" y="161813"/>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83" y="208485"/>
                  </a:lnTo>
                  <a:lnTo>
                    <a:pt x="59883" y="16182"/>
                  </a:lnTo>
                  <a:lnTo>
                    <a:pt x="51576" y="6548"/>
                  </a:lnTo>
                  <a:lnTo>
                    <a:pt x="40566" y="1020"/>
                  </a:lnTo>
                  <a:lnTo>
                    <a:pt x="28289" y="0"/>
                  </a:lnTo>
                  <a:lnTo>
                    <a:pt x="16182" y="3888"/>
                  </a:lnTo>
                  <a:lnTo>
                    <a:pt x="6548" y="12201"/>
                  </a:lnTo>
                  <a:lnTo>
                    <a:pt x="1020" y="23211"/>
                  </a:lnTo>
                  <a:lnTo>
                    <a:pt x="0" y="35489"/>
                  </a:lnTo>
                  <a:lnTo>
                    <a:pt x="3888" y="47602"/>
                  </a:lnTo>
                  <a:lnTo>
                    <a:pt x="117985" y="250929"/>
                  </a:lnTo>
                  <a:lnTo>
                    <a:pt x="154828" y="316575"/>
                  </a:lnTo>
                  <a:lnTo>
                    <a:pt x="104307" y="272303"/>
                  </a:lnTo>
                  <a:lnTo>
                    <a:pt x="57914" y="275351"/>
                  </a:lnTo>
                  <a:lnTo>
                    <a:pt x="49865" y="299182"/>
                  </a:lnTo>
                  <a:lnTo>
                    <a:pt x="53071" y="311387"/>
                  </a:lnTo>
                  <a:lnTo>
                    <a:pt x="122501" y="376156"/>
                  </a:lnTo>
                  <a:lnTo>
                    <a:pt x="154750" y="404573"/>
                  </a:lnTo>
                  <a:lnTo>
                    <a:pt x="203105" y="437801"/>
                  </a:lnTo>
                  <a:lnTo>
                    <a:pt x="269373" y="451408"/>
                  </a:lnTo>
                  <a:lnTo>
                    <a:pt x="303634" y="446991"/>
                  </a:lnTo>
                  <a:lnTo>
                    <a:pt x="342750" y="431535"/>
                  </a:lnTo>
                  <a:lnTo>
                    <a:pt x="377798" y="404725"/>
                  </a:lnTo>
                  <a:lnTo>
                    <a:pt x="406732" y="363425"/>
                  </a:lnTo>
                  <a:lnTo>
                    <a:pt x="418983" y="326985"/>
                  </a:lnTo>
                  <a:lnTo>
                    <a:pt x="422060" y="291088"/>
                  </a:lnTo>
                  <a:lnTo>
                    <a:pt x="416618" y="254917"/>
                  </a:lnTo>
                  <a:lnTo>
                    <a:pt x="351589" y="129720"/>
                  </a:lnTo>
                  <a:lnTo>
                    <a:pt x="313524" y="84857"/>
                  </a:lnTo>
                  <a:lnTo>
                    <a:pt x="297604" y="79917"/>
                  </a:lnTo>
                  <a:lnTo>
                    <a:pt x="284126" y="82590"/>
                  </a:lnTo>
                  <a:close/>
                </a:path>
              </a:pathLst>
            </a:custGeom>
            <a:ln w="10096">
              <a:solidFill>
                <a:srgbClr val="000000"/>
              </a:solidFill>
            </a:ln>
          </p:spPr>
          <p:txBody>
            <a:bodyPr wrap="square" lIns="0" tIns="0" rIns="0" bIns="0" rtlCol="0"/>
            <a:lstStyle/>
            <a:p>
              <a:endParaRPr sz="1350"/>
            </a:p>
          </p:txBody>
        </p:sp>
        <p:sp>
          <p:nvSpPr>
            <p:cNvPr id="14" name="object 14"/>
            <p:cNvSpPr/>
            <p:nvPr/>
          </p:nvSpPr>
          <p:spPr>
            <a:xfrm>
              <a:off x="1933954" y="4717426"/>
              <a:ext cx="280670" cy="279400"/>
            </a:xfrm>
            <a:custGeom>
              <a:avLst/>
              <a:gdLst/>
              <a:ahLst/>
              <a:cxnLst/>
              <a:rect l="l" t="t" r="r" b="b"/>
              <a:pathLst>
                <a:path w="280669" h="279400">
                  <a:moveTo>
                    <a:pt x="156665" y="0"/>
                  </a:moveTo>
                  <a:lnTo>
                    <a:pt x="113286" y="1520"/>
                  </a:lnTo>
                  <a:lnTo>
                    <a:pt x="71126" y="17028"/>
                  </a:lnTo>
                  <a:lnTo>
                    <a:pt x="29536" y="52656"/>
                  </a:lnTo>
                  <a:lnTo>
                    <a:pt x="4844" y="101610"/>
                  </a:lnTo>
                  <a:lnTo>
                    <a:pt x="0" y="128950"/>
                  </a:lnTo>
                  <a:lnTo>
                    <a:pt x="576" y="156280"/>
                  </a:lnTo>
                  <a:lnTo>
                    <a:pt x="17671" y="208303"/>
                  </a:lnTo>
                  <a:lnTo>
                    <a:pt x="64312" y="257630"/>
                  </a:lnTo>
                  <a:lnTo>
                    <a:pt x="129685" y="279372"/>
                  </a:lnTo>
                  <a:lnTo>
                    <a:pt x="135350" y="279372"/>
                  </a:lnTo>
                  <a:lnTo>
                    <a:pt x="140150" y="275016"/>
                  </a:lnTo>
                  <a:lnTo>
                    <a:pt x="141115" y="263243"/>
                  </a:lnTo>
                  <a:lnTo>
                    <a:pt x="136620" y="257947"/>
                  </a:lnTo>
                  <a:lnTo>
                    <a:pt x="130574" y="257452"/>
                  </a:lnTo>
                  <a:lnTo>
                    <a:pt x="102020" y="251552"/>
                  </a:lnTo>
                  <a:lnTo>
                    <a:pt x="54065" y="220908"/>
                  </a:lnTo>
                  <a:lnTo>
                    <a:pt x="27374" y="176138"/>
                  </a:lnTo>
                  <a:lnTo>
                    <a:pt x="21905" y="130584"/>
                  </a:lnTo>
                  <a:lnTo>
                    <a:pt x="25990" y="107516"/>
                  </a:lnTo>
                  <a:lnTo>
                    <a:pt x="46823" y="66210"/>
                  </a:lnTo>
                  <a:lnTo>
                    <a:pt x="81895" y="36154"/>
                  </a:lnTo>
                  <a:lnTo>
                    <a:pt x="125788" y="21745"/>
                  </a:lnTo>
                  <a:lnTo>
                    <a:pt x="148845" y="21261"/>
                  </a:lnTo>
                  <a:lnTo>
                    <a:pt x="171900" y="25347"/>
                  </a:lnTo>
                  <a:lnTo>
                    <a:pt x="213216" y="46179"/>
                  </a:lnTo>
                  <a:lnTo>
                    <a:pt x="243274" y="81252"/>
                  </a:lnTo>
                  <a:lnTo>
                    <a:pt x="256687" y="118884"/>
                  </a:lnTo>
                  <a:lnTo>
                    <a:pt x="258467" y="138811"/>
                  </a:lnTo>
                  <a:lnTo>
                    <a:pt x="256850" y="158849"/>
                  </a:lnTo>
                  <a:lnTo>
                    <a:pt x="255847" y="164818"/>
                  </a:lnTo>
                  <a:lnTo>
                    <a:pt x="259886" y="170482"/>
                  </a:lnTo>
                  <a:lnTo>
                    <a:pt x="271836" y="172476"/>
                  </a:lnTo>
                  <a:lnTo>
                    <a:pt x="277501" y="168437"/>
                  </a:lnTo>
                  <a:lnTo>
                    <a:pt x="278504" y="162468"/>
                  </a:lnTo>
                  <a:lnTo>
                    <a:pt x="280418" y="138716"/>
                  </a:lnTo>
                  <a:lnTo>
                    <a:pt x="278304" y="115094"/>
                  </a:lnTo>
                  <a:lnTo>
                    <a:pt x="272260" y="92163"/>
                  </a:lnTo>
                  <a:lnTo>
                    <a:pt x="262388" y="70482"/>
                  </a:lnTo>
                  <a:lnTo>
                    <a:pt x="234389" y="35370"/>
                  </a:lnTo>
                  <a:lnTo>
                    <a:pt x="198090" y="11579"/>
                  </a:lnTo>
                  <a:lnTo>
                    <a:pt x="156665" y="0"/>
                  </a:lnTo>
                  <a:close/>
                </a:path>
              </a:pathLst>
            </a:custGeom>
            <a:solidFill>
              <a:srgbClr val="FFFFFF"/>
            </a:solidFill>
          </p:spPr>
          <p:txBody>
            <a:bodyPr wrap="square" lIns="0" tIns="0" rIns="0" bIns="0" rtlCol="0"/>
            <a:lstStyle/>
            <a:p>
              <a:endParaRPr sz="1350"/>
            </a:p>
          </p:txBody>
        </p:sp>
        <p:pic>
          <p:nvPicPr>
            <p:cNvPr id="15" name="object 15"/>
            <p:cNvPicPr/>
            <p:nvPr/>
          </p:nvPicPr>
          <p:blipFill>
            <a:blip r:embed="rId8" cstate="print"/>
            <a:stretch>
              <a:fillRect/>
            </a:stretch>
          </p:blipFill>
          <p:spPr>
            <a:xfrm>
              <a:off x="1982455" y="4765280"/>
              <a:ext cx="183463" cy="169999"/>
            </a:xfrm>
            <a:prstGeom prst="rect">
              <a:avLst/>
            </a:prstGeom>
          </p:spPr>
        </p:pic>
      </p:grpSp>
      <p:sp>
        <p:nvSpPr>
          <p:cNvPr id="16" name="object 16"/>
          <p:cNvSpPr txBox="1"/>
          <p:nvPr/>
        </p:nvSpPr>
        <p:spPr>
          <a:xfrm>
            <a:off x="371475" y="3481073"/>
            <a:ext cx="1533525" cy="527067"/>
          </a:xfrm>
          <a:prstGeom prst="rect">
            <a:avLst/>
          </a:prstGeom>
        </p:spPr>
        <p:txBody>
          <a:bodyPr vert="horz" wrap="square" lIns="0" tIns="64770" rIns="0" bIns="0" rtlCol="0">
            <a:spAutoFit/>
          </a:bodyPr>
          <a:lstStyle/>
          <a:p>
            <a:pPr marL="61436" marR="422434">
              <a:lnSpc>
                <a:spcPts val="1185"/>
              </a:lnSpc>
              <a:spcBef>
                <a:spcPts val="510"/>
              </a:spcBef>
            </a:pPr>
            <a:r>
              <a:rPr sz="1163" b="1" dirty="0">
                <a:solidFill>
                  <a:srgbClr val="FFFFFF"/>
                </a:solidFill>
                <a:latin typeface="Calibri"/>
                <a:cs typeface="Calibri"/>
              </a:rPr>
              <a:t>CLICK</a:t>
            </a:r>
            <a:r>
              <a:rPr sz="1163" b="1" spc="23" dirty="0">
                <a:solidFill>
                  <a:srgbClr val="FFFFFF"/>
                </a:solidFill>
                <a:latin typeface="Calibri"/>
                <a:cs typeface="Calibri"/>
              </a:rPr>
              <a:t> </a:t>
            </a:r>
            <a:r>
              <a:rPr sz="1163" b="1" dirty="0">
                <a:solidFill>
                  <a:srgbClr val="FFFFFF"/>
                </a:solidFill>
                <a:latin typeface="Calibri"/>
                <a:cs typeface="Calibri"/>
              </a:rPr>
              <a:t>PDF</a:t>
            </a:r>
            <a:r>
              <a:rPr sz="1163" b="1" spc="26" dirty="0">
                <a:solidFill>
                  <a:srgbClr val="FFFFFF"/>
                </a:solidFill>
                <a:latin typeface="Calibri"/>
                <a:cs typeface="Calibri"/>
              </a:rPr>
              <a:t> </a:t>
            </a:r>
            <a:r>
              <a:rPr sz="1163" b="1" spc="-15" dirty="0">
                <a:solidFill>
                  <a:srgbClr val="FFFFFF"/>
                </a:solidFill>
                <a:latin typeface="Calibri"/>
                <a:cs typeface="Calibri"/>
              </a:rPr>
              <a:t>icon</a:t>
            </a:r>
            <a:r>
              <a:rPr sz="1163" b="1" dirty="0">
                <a:solidFill>
                  <a:srgbClr val="FFFFFF"/>
                </a:solidFill>
                <a:latin typeface="Calibri"/>
                <a:cs typeface="Calibri"/>
              </a:rPr>
              <a:t> to</a:t>
            </a:r>
            <a:r>
              <a:rPr sz="1163" b="1" spc="23" dirty="0">
                <a:solidFill>
                  <a:srgbClr val="FFFFFF"/>
                </a:solidFill>
                <a:latin typeface="Calibri"/>
                <a:cs typeface="Calibri"/>
              </a:rPr>
              <a:t> </a:t>
            </a:r>
            <a:r>
              <a:rPr sz="1163" b="1" dirty="0">
                <a:solidFill>
                  <a:srgbClr val="FFFFFF"/>
                </a:solidFill>
                <a:latin typeface="Calibri"/>
                <a:cs typeface="Calibri"/>
              </a:rPr>
              <a:t>download</a:t>
            </a:r>
            <a:r>
              <a:rPr sz="1163" b="1" spc="23" dirty="0">
                <a:solidFill>
                  <a:srgbClr val="FFFFFF"/>
                </a:solidFill>
                <a:latin typeface="Calibri"/>
                <a:cs typeface="Calibri"/>
              </a:rPr>
              <a:t> </a:t>
            </a:r>
            <a:r>
              <a:rPr sz="1163" b="1" spc="-19" dirty="0">
                <a:solidFill>
                  <a:srgbClr val="FFFFFF"/>
                </a:solidFill>
                <a:latin typeface="Calibri"/>
                <a:cs typeface="Calibri"/>
              </a:rPr>
              <a:t>the </a:t>
            </a:r>
            <a:r>
              <a:rPr sz="1163" b="1" dirty="0">
                <a:solidFill>
                  <a:srgbClr val="FFFFFF"/>
                </a:solidFill>
                <a:latin typeface="Calibri"/>
                <a:cs typeface="Calibri"/>
              </a:rPr>
              <a:t>support</a:t>
            </a:r>
            <a:r>
              <a:rPr sz="1163" b="1" spc="41" dirty="0">
                <a:solidFill>
                  <a:srgbClr val="FFFFFF"/>
                </a:solidFill>
                <a:latin typeface="Calibri"/>
                <a:cs typeface="Calibri"/>
              </a:rPr>
              <a:t> </a:t>
            </a:r>
            <a:r>
              <a:rPr sz="1163" b="1" spc="-8" dirty="0">
                <a:solidFill>
                  <a:srgbClr val="FFFFFF"/>
                </a:solidFill>
                <a:latin typeface="Calibri"/>
                <a:cs typeface="Calibri"/>
              </a:rPr>
              <a:t>material</a:t>
            </a:r>
            <a:endParaRPr sz="1163">
              <a:latin typeface="Calibri"/>
              <a:cs typeface="Calibri"/>
            </a:endParaRPr>
          </a:p>
        </p:txBody>
      </p:sp>
      <p:pic>
        <p:nvPicPr>
          <p:cNvPr id="18" name="object 18"/>
          <p:cNvPicPr/>
          <p:nvPr/>
        </p:nvPicPr>
        <p:blipFill>
          <a:blip r:embed="rId9" cstate="print"/>
          <a:stretch>
            <a:fillRect/>
          </a:stretch>
        </p:blipFill>
        <p:spPr>
          <a:xfrm>
            <a:off x="5859834" y="770317"/>
            <a:ext cx="5926152" cy="5304392"/>
          </a:xfrm>
          <a:prstGeom prst="rect">
            <a:avLst/>
          </a:prstGeom>
        </p:spPr>
      </p:pic>
      <p:grpSp>
        <p:nvGrpSpPr>
          <p:cNvPr id="20" name="object 20"/>
          <p:cNvGrpSpPr/>
          <p:nvPr/>
        </p:nvGrpSpPr>
        <p:grpSpPr>
          <a:xfrm>
            <a:off x="0" y="6246019"/>
            <a:ext cx="12192000" cy="611981"/>
            <a:chOff x="0" y="8328025"/>
            <a:chExt cx="16256000" cy="815975"/>
          </a:xfrm>
        </p:grpSpPr>
        <p:sp>
          <p:nvSpPr>
            <p:cNvPr id="21" name="object 21"/>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22" name="object 22"/>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23" name="object 23"/>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24" name="object 24"/>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25" name="object 25"/>
            <p:cNvPicPr/>
            <p:nvPr/>
          </p:nvPicPr>
          <p:blipFill>
            <a:blip r:embed="rId10" cstate="print"/>
            <a:stretch>
              <a:fillRect/>
            </a:stretch>
          </p:blipFill>
          <p:spPr>
            <a:xfrm>
              <a:off x="317500" y="8601503"/>
              <a:ext cx="610382" cy="250854"/>
            </a:xfrm>
            <a:prstGeom prst="rect">
              <a:avLst/>
            </a:prstGeom>
          </p:spPr>
        </p:pic>
        <p:sp>
          <p:nvSpPr>
            <p:cNvPr id="26" name="object 26"/>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27" name="object 27"/>
            <p:cNvPicPr/>
            <p:nvPr/>
          </p:nvPicPr>
          <p:blipFill>
            <a:blip r:embed="rId11" cstate="print"/>
            <a:stretch>
              <a:fillRect/>
            </a:stretch>
          </p:blipFill>
          <p:spPr>
            <a:xfrm>
              <a:off x="2385576" y="8601503"/>
              <a:ext cx="704542" cy="290622"/>
            </a:xfrm>
            <a:prstGeom prst="rect">
              <a:avLst/>
            </a:prstGeom>
          </p:spPr>
        </p:pic>
        <p:pic>
          <p:nvPicPr>
            <p:cNvPr id="28" name="object 28"/>
            <p:cNvPicPr/>
            <p:nvPr/>
          </p:nvPicPr>
          <p:blipFill>
            <a:blip r:embed="rId12" cstate="print"/>
            <a:stretch>
              <a:fillRect/>
            </a:stretch>
          </p:blipFill>
          <p:spPr>
            <a:xfrm>
              <a:off x="1505752" y="8642926"/>
              <a:ext cx="669089" cy="203733"/>
            </a:xfrm>
            <a:prstGeom prst="rect">
              <a:avLst/>
            </a:prstGeom>
          </p:spPr>
        </p:pic>
        <p:pic>
          <p:nvPicPr>
            <p:cNvPr id="29" name="object 29"/>
            <p:cNvPicPr/>
            <p:nvPr/>
          </p:nvPicPr>
          <p:blipFill>
            <a:blip r:embed="rId13" cstate="print"/>
            <a:stretch>
              <a:fillRect/>
            </a:stretch>
          </p:blipFill>
          <p:spPr>
            <a:xfrm>
              <a:off x="1138631" y="8575779"/>
              <a:ext cx="338035" cy="338035"/>
            </a:xfrm>
            <a:prstGeom prst="rect">
              <a:avLst/>
            </a:prstGeom>
          </p:spPr>
        </p:pic>
        <p:sp>
          <p:nvSpPr>
            <p:cNvPr id="30" name="object 30"/>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3800321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EECF-79EE-6C9A-2031-2BE992AAB93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44C72F-37C3-DBE8-349F-A30F815E40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2069" y="-2529663"/>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8458E78-68D9-985C-5B8B-FF3A0F42E30B}"/>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B5B76F4B-F813-7A98-7275-C99E8ABCAE96}"/>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073B787-2ECF-5C28-4D85-8BA10622CFFA}"/>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4D883A82-7CE3-F761-DFB6-B346E9B7023B}"/>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1ADAACB6-8D8A-F087-8E8B-101D9B23661B}"/>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C5884923-3643-1BB2-12F3-C6A8C114B7CD}"/>
                  </a:ext>
                </a:extLst>
              </p:cNvPr>
              <p:cNvPicPr/>
              <p:nvPr/>
            </p:nvPicPr>
            <p:blipFill>
              <a:blip r:embed="rId7"/>
              <a:stretch>
                <a:fillRect/>
              </a:stretch>
            </p:blipFill>
            <p:spPr>
              <a:xfrm>
                <a:off x="3517731" y="586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8ADC764E-3644-904D-EFFA-92B41D6BB6FF}"/>
                  </a:ext>
                </a:extLst>
              </p14:cNvPr>
              <p14:cNvContentPartPr/>
              <p14:nvPr/>
            </p14:nvContentPartPr>
            <p14:xfrm>
              <a:off x="-1190417" y="6226474"/>
              <a:ext cx="360" cy="360"/>
            </p14:xfrm>
          </p:contentPart>
        </mc:Choice>
        <mc:Fallback xmlns="">
          <p:pic>
            <p:nvPicPr>
              <p:cNvPr id="2" name="Ink 1">
                <a:extLst>
                  <a:ext uri="{FF2B5EF4-FFF2-40B4-BE49-F238E27FC236}">
                    <a16:creationId xmlns:a16="http://schemas.microsoft.com/office/drawing/2014/main" id="{F791394C-2FE7-D9CF-E6B1-2C3177B29F2A}"/>
                  </a:ext>
                </a:extLst>
              </p:cNvPr>
              <p:cNvPicPr/>
              <p:nvPr/>
            </p:nvPicPr>
            <p:blipFill>
              <a:blip r:embed="rId10"/>
              <a:stretch>
                <a:fillRect/>
              </a:stretch>
            </p:blipFill>
            <p:spPr>
              <a:xfrm>
                <a:off x="-1199417" y="6217834"/>
                <a:ext cx="18000" cy="18000"/>
              </a:xfrm>
              <a:prstGeom prst="rect">
                <a:avLst/>
              </a:prstGeom>
            </p:spPr>
          </p:pic>
        </mc:Fallback>
      </mc:AlternateContent>
      <p:pic>
        <p:nvPicPr>
          <p:cNvPr id="6" name="Picture 5">
            <a:extLst>
              <a:ext uri="{FF2B5EF4-FFF2-40B4-BE49-F238E27FC236}">
                <a16:creationId xmlns:a16="http://schemas.microsoft.com/office/drawing/2014/main" id="{995855C2-9F36-102F-637A-5C87BC9E51DB}"/>
              </a:ext>
            </a:extLst>
          </p:cNvPr>
          <p:cNvPicPr>
            <a:picLocks noChangeAspect="1"/>
          </p:cNvPicPr>
          <p:nvPr/>
        </p:nvPicPr>
        <p:blipFill>
          <a:blip r:embed="rId11"/>
          <a:stretch>
            <a:fillRect/>
          </a:stretch>
        </p:blipFill>
        <p:spPr>
          <a:xfrm>
            <a:off x="7480251" y="1589726"/>
            <a:ext cx="2452244" cy="3613770"/>
          </a:xfrm>
          <a:prstGeom prst="rect">
            <a:avLst/>
          </a:prstGeom>
        </p:spPr>
      </p:pic>
    </p:spTree>
    <p:extLst>
      <p:ext uri="{BB962C8B-B14F-4D97-AF65-F5344CB8AC3E}">
        <p14:creationId xmlns:p14="http://schemas.microsoft.com/office/powerpoint/2010/main" val="2525181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p:nvPr/>
        </p:nvSpPr>
        <p:spPr>
          <a:xfrm>
            <a:off x="333376" y="1770075"/>
            <a:ext cx="5376386" cy="1163780"/>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All</a:t>
            </a:r>
            <a:r>
              <a:rPr sz="1500" spc="-38" dirty="0">
                <a:latin typeface="Calibri"/>
                <a:cs typeface="Calibri"/>
              </a:rPr>
              <a:t> </a:t>
            </a:r>
            <a:r>
              <a:rPr sz="1500" dirty="0">
                <a:latin typeface="Calibri"/>
                <a:cs typeface="Calibri"/>
              </a:rPr>
              <a:t>Companions</a:t>
            </a:r>
            <a:r>
              <a:rPr sz="1500" spc="-34" dirty="0">
                <a:latin typeface="Calibri"/>
                <a:cs typeface="Calibri"/>
              </a:rPr>
              <a:t> </a:t>
            </a:r>
            <a:r>
              <a:rPr sz="1500" dirty="0">
                <a:latin typeface="Calibri"/>
                <a:cs typeface="Calibri"/>
              </a:rPr>
              <a:t>have</a:t>
            </a:r>
            <a:r>
              <a:rPr sz="1500" spc="-30"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opportunity</a:t>
            </a:r>
            <a:r>
              <a:rPr sz="1500" spc="-30"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be</a:t>
            </a:r>
            <a:r>
              <a:rPr sz="1500" spc="-34" dirty="0">
                <a:latin typeface="Calibri"/>
                <a:cs typeface="Calibri"/>
              </a:rPr>
              <a:t> </a:t>
            </a:r>
            <a:r>
              <a:rPr sz="1500" spc="-8" dirty="0">
                <a:latin typeface="Calibri"/>
                <a:cs typeface="Calibri"/>
              </a:rPr>
              <a:t>Royal</a:t>
            </a:r>
            <a:r>
              <a:rPr sz="1500" spc="-34" dirty="0">
                <a:latin typeface="Calibri"/>
                <a:cs typeface="Calibri"/>
              </a:rPr>
              <a:t> </a:t>
            </a:r>
            <a:r>
              <a:rPr sz="1500" dirty="0">
                <a:latin typeface="Calibri"/>
                <a:cs typeface="Calibri"/>
              </a:rPr>
              <a:t>Arch</a:t>
            </a:r>
            <a:r>
              <a:rPr sz="1500" spc="-34" dirty="0">
                <a:latin typeface="Calibri"/>
                <a:cs typeface="Calibri"/>
              </a:rPr>
              <a:t> </a:t>
            </a:r>
            <a:r>
              <a:rPr sz="1500" spc="-8" dirty="0">
                <a:latin typeface="Calibri"/>
                <a:cs typeface="Calibri"/>
              </a:rPr>
              <a:t>ambassadors. </a:t>
            </a:r>
            <a:r>
              <a:rPr sz="1500" dirty="0">
                <a:latin typeface="Calibri"/>
                <a:cs typeface="Calibri"/>
              </a:rPr>
              <a:t>Ensuring</a:t>
            </a:r>
            <a:r>
              <a:rPr sz="1500" spc="-34" dirty="0">
                <a:latin typeface="Calibri"/>
                <a:cs typeface="Calibri"/>
              </a:rPr>
              <a:t> </a:t>
            </a:r>
            <a:r>
              <a:rPr sz="1500" dirty="0">
                <a:latin typeface="Calibri"/>
                <a:cs typeface="Calibri"/>
              </a:rPr>
              <a:t>that</a:t>
            </a:r>
            <a:r>
              <a:rPr sz="1500" spc="-38" dirty="0">
                <a:latin typeface="Calibri"/>
                <a:cs typeface="Calibri"/>
              </a:rPr>
              <a:t> </a:t>
            </a:r>
            <a:r>
              <a:rPr sz="1500" dirty="0">
                <a:latin typeface="Calibri"/>
                <a:cs typeface="Calibri"/>
              </a:rPr>
              <a:t>we</a:t>
            </a:r>
            <a:r>
              <a:rPr sz="1500" spc="-30" dirty="0">
                <a:latin typeface="Calibri"/>
                <a:cs typeface="Calibri"/>
              </a:rPr>
              <a:t> </a:t>
            </a:r>
            <a:r>
              <a:rPr sz="1500" dirty="0">
                <a:latin typeface="Calibri"/>
                <a:cs typeface="Calibri"/>
              </a:rPr>
              <a:t>highlight</a:t>
            </a:r>
            <a:r>
              <a:rPr sz="1500" spc="-38"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fun</a:t>
            </a:r>
            <a:r>
              <a:rPr sz="1500" spc="-38" dirty="0">
                <a:latin typeface="Calibri"/>
                <a:cs typeface="Calibri"/>
              </a:rPr>
              <a:t> </a:t>
            </a:r>
            <a:r>
              <a:rPr sz="1500" dirty="0">
                <a:latin typeface="Calibri"/>
                <a:cs typeface="Calibri"/>
              </a:rPr>
              <a:t>and</a:t>
            </a:r>
            <a:r>
              <a:rPr sz="1500" spc="-38" dirty="0">
                <a:latin typeface="Calibri"/>
                <a:cs typeface="Calibri"/>
              </a:rPr>
              <a:t> </a:t>
            </a:r>
            <a:r>
              <a:rPr sz="1500" spc="-8" dirty="0">
                <a:latin typeface="Calibri"/>
                <a:cs typeface="Calibri"/>
              </a:rPr>
              <a:t>enjoyment</a:t>
            </a:r>
            <a:r>
              <a:rPr sz="1500" spc="-34" dirty="0">
                <a:latin typeface="Calibri"/>
                <a:cs typeface="Calibri"/>
              </a:rPr>
              <a:t> </a:t>
            </a:r>
            <a:r>
              <a:rPr sz="1500" dirty="0">
                <a:latin typeface="Calibri"/>
                <a:cs typeface="Calibri"/>
              </a:rPr>
              <a:t>which</a:t>
            </a:r>
            <a:r>
              <a:rPr sz="1500" spc="-38" dirty="0">
                <a:latin typeface="Calibri"/>
                <a:cs typeface="Calibri"/>
              </a:rPr>
              <a:t> </a:t>
            </a:r>
            <a:r>
              <a:rPr sz="1500" dirty="0">
                <a:latin typeface="Calibri"/>
                <a:cs typeface="Calibri"/>
              </a:rPr>
              <a:t>is</a:t>
            </a:r>
            <a:r>
              <a:rPr sz="1500" spc="-34" dirty="0">
                <a:latin typeface="Calibri"/>
                <a:cs typeface="Calibri"/>
              </a:rPr>
              <a:t> </a:t>
            </a:r>
            <a:r>
              <a:rPr sz="1500" spc="-8" dirty="0">
                <a:latin typeface="Calibri"/>
                <a:cs typeface="Calibri"/>
              </a:rPr>
              <a:t>derived </a:t>
            </a:r>
            <a:r>
              <a:rPr sz="1500" dirty="0">
                <a:latin typeface="Calibri"/>
                <a:cs typeface="Calibri"/>
              </a:rPr>
              <a:t>from</a:t>
            </a:r>
            <a:r>
              <a:rPr sz="1500" spc="-38" dirty="0">
                <a:latin typeface="Calibri"/>
                <a:cs typeface="Calibri"/>
              </a:rPr>
              <a:t> </a:t>
            </a:r>
            <a:r>
              <a:rPr sz="1500" spc="-8" dirty="0">
                <a:latin typeface="Calibri"/>
                <a:cs typeface="Calibri"/>
              </a:rPr>
              <a:t>membership</a:t>
            </a:r>
            <a:r>
              <a:rPr sz="1500" spc="-38"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41" dirty="0">
                <a:latin typeface="Calibri"/>
                <a:cs typeface="Calibri"/>
              </a:rPr>
              <a:t> </a:t>
            </a:r>
            <a:r>
              <a:rPr sz="1500" dirty="0">
                <a:latin typeface="Calibri"/>
                <a:cs typeface="Calibri"/>
              </a:rPr>
              <a:t>is</a:t>
            </a:r>
            <a:r>
              <a:rPr sz="1500" spc="-38" dirty="0">
                <a:latin typeface="Calibri"/>
                <a:cs typeface="Calibri"/>
              </a:rPr>
              <a:t> </a:t>
            </a:r>
            <a:r>
              <a:rPr sz="1500" dirty="0">
                <a:latin typeface="Calibri"/>
                <a:cs typeface="Calibri"/>
              </a:rPr>
              <a:t>a</a:t>
            </a:r>
            <a:r>
              <a:rPr sz="1500" spc="-38" dirty="0">
                <a:latin typeface="Calibri"/>
                <a:cs typeface="Calibri"/>
              </a:rPr>
              <a:t> </a:t>
            </a:r>
            <a:r>
              <a:rPr sz="1500" dirty="0">
                <a:latin typeface="Calibri"/>
                <a:cs typeface="Calibri"/>
              </a:rPr>
              <a:t>key</a:t>
            </a:r>
            <a:r>
              <a:rPr sz="1500" spc="-38" dirty="0">
                <a:latin typeface="Calibri"/>
                <a:cs typeface="Calibri"/>
              </a:rPr>
              <a:t> </a:t>
            </a:r>
            <a:r>
              <a:rPr sz="1500" dirty="0">
                <a:latin typeface="Calibri"/>
                <a:cs typeface="Calibri"/>
              </a:rPr>
              <a:t>way</a:t>
            </a:r>
            <a:r>
              <a:rPr sz="1500" spc="-34"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encourage</a:t>
            </a:r>
            <a:r>
              <a:rPr sz="1500" spc="-38" dirty="0">
                <a:latin typeface="Calibri"/>
                <a:cs typeface="Calibri"/>
              </a:rPr>
              <a:t> </a:t>
            </a:r>
            <a:r>
              <a:rPr sz="1500" spc="-8" dirty="0">
                <a:latin typeface="Calibri"/>
                <a:cs typeface="Calibri"/>
              </a:rPr>
              <a:t>Master </a:t>
            </a:r>
            <a:r>
              <a:rPr sz="1500" dirty="0">
                <a:latin typeface="Calibri"/>
                <a:cs typeface="Calibri"/>
              </a:rPr>
              <a:t>Masons</a:t>
            </a:r>
            <a:r>
              <a:rPr sz="1500" spc="-41"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look</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continue</a:t>
            </a:r>
            <a:r>
              <a:rPr sz="1500" spc="-38" dirty="0">
                <a:latin typeface="Calibri"/>
                <a:cs typeface="Calibri"/>
              </a:rPr>
              <a:t> </a:t>
            </a:r>
            <a:r>
              <a:rPr sz="1500" dirty="0">
                <a:latin typeface="Calibri"/>
                <a:cs typeface="Calibri"/>
              </a:rPr>
              <a:t>their</a:t>
            </a:r>
            <a:r>
              <a:rPr sz="1500" spc="-34" dirty="0">
                <a:latin typeface="Calibri"/>
                <a:cs typeface="Calibri"/>
              </a:rPr>
              <a:t> </a:t>
            </a:r>
            <a:r>
              <a:rPr sz="1500" spc="-8" dirty="0">
                <a:latin typeface="Calibri"/>
                <a:cs typeface="Calibri"/>
              </a:rPr>
              <a:t>journey.</a:t>
            </a:r>
            <a:endParaRPr sz="1500">
              <a:latin typeface="Calibri"/>
              <a:cs typeface="Calibri"/>
            </a:endParaRPr>
          </a:p>
        </p:txBody>
      </p:sp>
      <p:sp>
        <p:nvSpPr>
          <p:cNvPr id="3" name="object 3"/>
          <p:cNvSpPr txBox="1"/>
          <p:nvPr/>
        </p:nvSpPr>
        <p:spPr>
          <a:xfrm>
            <a:off x="333375" y="3103576"/>
            <a:ext cx="5426869" cy="2035814"/>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Companions</a:t>
            </a:r>
            <a:r>
              <a:rPr sz="1500" spc="-45" dirty="0">
                <a:latin typeface="Calibri"/>
                <a:cs typeface="Calibri"/>
              </a:rPr>
              <a:t> </a:t>
            </a:r>
            <a:r>
              <a:rPr sz="1500" dirty="0">
                <a:latin typeface="Calibri"/>
                <a:cs typeface="Calibri"/>
              </a:rPr>
              <a:t>have</a:t>
            </a:r>
            <a:r>
              <a:rPr sz="1500" spc="-41" dirty="0">
                <a:latin typeface="Calibri"/>
                <a:cs typeface="Calibri"/>
              </a:rPr>
              <a:t> </a:t>
            </a:r>
            <a:r>
              <a:rPr sz="1500" dirty="0">
                <a:latin typeface="Calibri"/>
                <a:cs typeface="Calibri"/>
              </a:rPr>
              <a:t>already</a:t>
            </a:r>
            <a:r>
              <a:rPr sz="1500" spc="-41" dirty="0">
                <a:latin typeface="Calibri"/>
                <a:cs typeface="Calibri"/>
              </a:rPr>
              <a:t> </a:t>
            </a:r>
            <a:r>
              <a:rPr sz="1500" spc="-8" dirty="0">
                <a:latin typeface="Calibri"/>
                <a:cs typeface="Calibri"/>
              </a:rPr>
              <a:t>developed</a:t>
            </a:r>
            <a:r>
              <a:rPr sz="1500" spc="-45" dirty="0">
                <a:latin typeface="Calibri"/>
                <a:cs typeface="Calibri"/>
              </a:rPr>
              <a:t> </a:t>
            </a:r>
            <a:r>
              <a:rPr sz="1500" dirty="0">
                <a:latin typeface="Calibri"/>
                <a:cs typeface="Calibri"/>
              </a:rPr>
              <a:t>a</a:t>
            </a:r>
            <a:r>
              <a:rPr sz="1500" spc="-45" dirty="0">
                <a:latin typeface="Calibri"/>
                <a:cs typeface="Calibri"/>
              </a:rPr>
              <a:t> </a:t>
            </a:r>
            <a:r>
              <a:rPr sz="1500" dirty="0">
                <a:latin typeface="Calibri"/>
                <a:cs typeface="Calibri"/>
              </a:rPr>
              <a:t>series</a:t>
            </a:r>
            <a:r>
              <a:rPr sz="1500" spc="-45"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valuable</a:t>
            </a:r>
            <a:r>
              <a:rPr sz="1500" spc="-41" dirty="0">
                <a:latin typeface="Calibri"/>
                <a:cs typeface="Calibri"/>
              </a:rPr>
              <a:t> </a:t>
            </a:r>
            <a:r>
              <a:rPr sz="1500" spc="-8" dirty="0">
                <a:latin typeface="Calibri"/>
                <a:cs typeface="Calibri"/>
              </a:rPr>
              <a:t>materials, listed</a:t>
            </a:r>
            <a:r>
              <a:rPr sz="1500" spc="-38" dirty="0">
                <a:latin typeface="Calibri"/>
                <a:cs typeface="Calibri"/>
              </a:rPr>
              <a:t> </a:t>
            </a:r>
            <a:r>
              <a:rPr sz="1500" dirty="0">
                <a:latin typeface="Calibri"/>
                <a:cs typeface="Calibri"/>
              </a:rPr>
              <a:t>in</a:t>
            </a:r>
            <a:r>
              <a:rPr sz="1500" spc="-38" dirty="0">
                <a:latin typeface="Calibri"/>
                <a:cs typeface="Calibri"/>
              </a:rPr>
              <a:t> </a:t>
            </a:r>
            <a:r>
              <a:rPr sz="1500" dirty="0">
                <a:latin typeface="Calibri"/>
                <a:cs typeface="Calibri"/>
              </a:rPr>
              <a:t>this</a:t>
            </a:r>
            <a:r>
              <a:rPr sz="1500" spc="-38" dirty="0">
                <a:latin typeface="Calibri"/>
                <a:cs typeface="Calibri"/>
              </a:rPr>
              <a:t> </a:t>
            </a:r>
            <a:r>
              <a:rPr sz="1500" dirty="0">
                <a:latin typeface="Calibri"/>
                <a:cs typeface="Calibri"/>
              </a:rPr>
              <a:t>Thread</a:t>
            </a:r>
            <a:r>
              <a:rPr sz="1500" spc="-38" dirty="0">
                <a:latin typeface="Calibri"/>
                <a:cs typeface="Calibri"/>
              </a:rPr>
              <a:t> </a:t>
            </a:r>
            <a:r>
              <a:rPr sz="1500" dirty="0">
                <a:latin typeface="Calibri"/>
                <a:cs typeface="Calibri"/>
              </a:rPr>
              <a:t>as</a:t>
            </a:r>
            <a:r>
              <a:rPr sz="1500" spc="-38" dirty="0">
                <a:latin typeface="Calibri"/>
                <a:cs typeface="Calibri"/>
              </a:rPr>
              <a:t> </a:t>
            </a:r>
            <a:r>
              <a:rPr sz="1500" dirty="0">
                <a:latin typeface="Calibri"/>
                <a:cs typeface="Calibri"/>
              </a:rPr>
              <a:t>support</a:t>
            </a:r>
            <a:r>
              <a:rPr sz="1500" spc="-41" dirty="0">
                <a:latin typeface="Calibri"/>
                <a:cs typeface="Calibri"/>
              </a:rPr>
              <a:t> </a:t>
            </a:r>
            <a:r>
              <a:rPr sz="1500" spc="-8" dirty="0">
                <a:latin typeface="Calibri"/>
                <a:cs typeface="Calibri"/>
              </a:rPr>
              <a:t>materials,</a:t>
            </a:r>
            <a:r>
              <a:rPr sz="1500" spc="-34" dirty="0">
                <a:latin typeface="Calibri"/>
                <a:cs typeface="Calibri"/>
              </a:rPr>
              <a:t> </a:t>
            </a:r>
            <a:r>
              <a:rPr sz="1500" dirty="0">
                <a:latin typeface="Calibri"/>
                <a:cs typeface="Calibri"/>
              </a:rPr>
              <a:t>which</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be</a:t>
            </a:r>
            <a:r>
              <a:rPr sz="1500" spc="-34" dirty="0">
                <a:latin typeface="Calibri"/>
                <a:cs typeface="Calibri"/>
              </a:rPr>
              <a:t> </a:t>
            </a:r>
            <a:r>
              <a:rPr sz="1500" dirty="0">
                <a:latin typeface="Calibri"/>
                <a:cs typeface="Calibri"/>
              </a:rPr>
              <a:t>vital</a:t>
            </a:r>
            <a:r>
              <a:rPr sz="1500" spc="-38" dirty="0">
                <a:latin typeface="Calibri"/>
                <a:cs typeface="Calibri"/>
              </a:rPr>
              <a:t> </a:t>
            </a:r>
            <a:r>
              <a:rPr sz="1500" dirty="0">
                <a:latin typeface="Calibri"/>
                <a:cs typeface="Calibri"/>
              </a:rPr>
              <a:t>in</a:t>
            </a:r>
            <a:r>
              <a:rPr sz="1500" spc="-38" dirty="0">
                <a:latin typeface="Calibri"/>
                <a:cs typeface="Calibri"/>
              </a:rPr>
              <a:t> </a:t>
            </a:r>
            <a:r>
              <a:rPr sz="1500" spc="-8" dirty="0">
                <a:latin typeface="Calibri"/>
                <a:cs typeface="Calibri"/>
              </a:rPr>
              <a:t>helping members</a:t>
            </a:r>
            <a:r>
              <a:rPr sz="1500" spc="-38" dirty="0">
                <a:latin typeface="Calibri"/>
                <a:cs typeface="Calibri"/>
              </a:rPr>
              <a:t> </a:t>
            </a:r>
            <a:r>
              <a:rPr sz="1500" spc="-8" dirty="0">
                <a:latin typeface="Calibri"/>
                <a:cs typeface="Calibri"/>
              </a:rPr>
              <a:t>explain</a:t>
            </a:r>
            <a:r>
              <a:rPr sz="1500" spc="-38" dirty="0">
                <a:latin typeface="Calibri"/>
                <a:cs typeface="Calibri"/>
              </a:rPr>
              <a:t> </a:t>
            </a:r>
            <a:r>
              <a:rPr sz="1500" dirty="0">
                <a:latin typeface="Calibri"/>
                <a:cs typeface="Calibri"/>
              </a:rPr>
              <a:t>what</a:t>
            </a:r>
            <a:r>
              <a:rPr sz="1500" spc="-38"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38" dirty="0">
                <a:latin typeface="Calibri"/>
                <a:cs typeface="Calibri"/>
              </a:rPr>
              <a:t> </a:t>
            </a:r>
            <a:r>
              <a:rPr sz="1500" dirty="0">
                <a:latin typeface="Calibri"/>
                <a:cs typeface="Calibri"/>
              </a:rPr>
              <a:t>is.</a:t>
            </a:r>
            <a:r>
              <a:rPr sz="1500" spc="-38" dirty="0">
                <a:latin typeface="Calibri"/>
                <a:cs typeface="Calibri"/>
              </a:rPr>
              <a:t> </a:t>
            </a:r>
            <a:r>
              <a:rPr sz="1500" spc="-19" dirty="0">
                <a:latin typeface="Calibri"/>
                <a:cs typeface="Calibri"/>
              </a:rPr>
              <a:t>Taking</a:t>
            </a:r>
            <a:r>
              <a:rPr sz="1500" spc="-34"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skills</a:t>
            </a:r>
            <a:r>
              <a:rPr sz="1500" spc="-38" dirty="0">
                <a:latin typeface="Calibri"/>
                <a:cs typeface="Calibri"/>
              </a:rPr>
              <a:t> </a:t>
            </a:r>
            <a:r>
              <a:rPr sz="1500" dirty="0">
                <a:latin typeface="Calibri"/>
                <a:cs typeface="Calibri"/>
              </a:rPr>
              <a:t>you</a:t>
            </a:r>
            <a:r>
              <a:rPr sz="1500" spc="-38" dirty="0">
                <a:latin typeface="Calibri"/>
                <a:cs typeface="Calibri"/>
              </a:rPr>
              <a:t> </a:t>
            </a:r>
            <a:r>
              <a:rPr sz="1500" spc="-15" dirty="0">
                <a:latin typeface="Calibri"/>
                <a:cs typeface="Calibri"/>
              </a:rPr>
              <a:t>have </a:t>
            </a:r>
            <a:r>
              <a:rPr sz="1500" spc="-8" dirty="0">
                <a:latin typeface="Calibri"/>
                <a:cs typeface="Calibri"/>
              </a:rPr>
              <a:t>developed</a:t>
            </a:r>
            <a:r>
              <a:rPr sz="1500" spc="-30" dirty="0">
                <a:latin typeface="Calibri"/>
                <a:cs typeface="Calibri"/>
              </a:rPr>
              <a:t> </a:t>
            </a:r>
            <a:r>
              <a:rPr sz="1500" dirty="0">
                <a:latin typeface="Calibri"/>
                <a:cs typeface="Calibri"/>
              </a:rPr>
              <a:t>in</a:t>
            </a:r>
            <a:r>
              <a:rPr sz="1500" spc="-26" dirty="0">
                <a:latin typeface="Calibri"/>
                <a:cs typeface="Calibri"/>
              </a:rPr>
              <a:t> </a:t>
            </a:r>
            <a:r>
              <a:rPr sz="1500" dirty="0">
                <a:latin typeface="Calibri"/>
                <a:cs typeface="Calibri"/>
              </a:rPr>
              <a:t>your</a:t>
            </a:r>
            <a:r>
              <a:rPr sz="1500" spc="-26" dirty="0">
                <a:latin typeface="Calibri"/>
                <a:cs typeface="Calibri"/>
              </a:rPr>
              <a:t> </a:t>
            </a:r>
            <a:r>
              <a:rPr sz="1500" dirty="0">
                <a:latin typeface="Calibri"/>
                <a:cs typeface="Calibri"/>
              </a:rPr>
              <a:t>Lodge,</a:t>
            </a:r>
            <a:r>
              <a:rPr sz="1500" spc="-23" dirty="0">
                <a:latin typeface="Calibri"/>
                <a:cs typeface="Calibri"/>
              </a:rPr>
              <a:t> </a:t>
            </a:r>
            <a:r>
              <a:rPr sz="1500" dirty="0">
                <a:latin typeface="Calibri"/>
                <a:cs typeface="Calibri"/>
              </a:rPr>
              <a:t>build</a:t>
            </a:r>
            <a:r>
              <a:rPr sz="1500" spc="-26" dirty="0">
                <a:latin typeface="Calibri"/>
                <a:cs typeface="Calibri"/>
              </a:rPr>
              <a:t> </a:t>
            </a:r>
            <a:r>
              <a:rPr sz="1500" dirty="0">
                <a:latin typeface="Calibri"/>
                <a:cs typeface="Calibri"/>
              </a:rPr>
              <a:t>your</a:t>
            </a:r>
            <a:r>
              <a:rPr sz="1500" spc="-26" dirty="0">
                <a:latin typeface="Calibri"/>
                <a:cs typeface="Calibri"/>
              </a:rPr>
              <a:t> </a:t>
            </a:r>
            <a:r>
              <a:rPr sz="1500" spc="-15" dirty="0">
                <a:latin typeface="Calibri"/>
                <a:cs typeface="Calibri"/>
              </a:rPr>
              <a:t>statement</a:t>
            </a:r>
            <a:r>
              <a:rPr sz="1500" spc="-26" dirty="0">
                <a:latin typeface="Calibri"/>
                <a:cs typeface="Calibri"/>
              </a:rPr>
              <a:t> </a:t>
            </a:r>
            <a:r>
              <a:rPr sz="1500" dirty="0">
                <a:latin typeface="Calibri"/>
                <a:cs typeface="Calibri"/>
              </a:rPr>
              <a:t>as</a:t>
            </a:r>
            <a:r>
              <a:rPr sz="1500" spc="-26" dirty="0">
                <a:latin typeface="Calibri"/>
                <a:cs typeface="Calibri"/>
              </a:rPr>
              <a:t> </a:t>
            </a:r>
            <a:r>
              <a:rPr sz="1500" dirty="0">
                <a:latin typeface="Calibri"/>
                <a:cs typeface="Calibri"/>
              </a:rPr>
              <a:t>to</a:t>
            </a:r>
            <a:r>
              <a:rPr sz="1500" spc="-30" dirty="0">
                <a:latin typeface="Calibri"/>
                <a:cs typeface="Calibri"/>
              </a:rPr>
              <a:t> </a:t>
            </a:r>
            <a:r>
              <a:rPr sz="1500" dirty="0">
                <a:latin typeface="Calibri"/>
                <a:cs typeface="Calibri"/>
              </a:rPr>
              <a:t>‘what</a:t>
            </a:r>
            <a:r>
              <a:rPr sz="1500" spc="-26" dirty="0">
                <a:latin typeface="Calibri"/>
                <a:cs typeface="Calibri"/>
              </a:rPr>
              <a:t> </a:t>
            </a:r>
            <a:r>
              <a:rPr sz="1500" spc="-8" dirty="0">
                <a:latin typeface="Calibri"/>
                <a:cs typeface="Calibri"/>
              </a:rPr>
              <a:t>benefits/ </a:t>
            </a:r>
            <a:r>
              <a:rPr sz="1500" dirty="0">
                <a:latin typeface="Calibri"/>
                <a:cs typeface="Calibri"/>
              </a:rPr>
              <a:t>pleasure</a:t>
            </a:r>
            <a:r>
              <a:rPr sz="1500" spc="-30" dirty="0">
                <a:latin typeface="Calibri"/>
                <a:cs typeface="Calibri"/>
              </a:rPr>
              <a:t> </a:t>
            </a:r>
            <a:r>
              <a:rPr sz="1500" dirty="0">
                <a:latin typeface="Calibri"/>
                <a:cs typeface="Calibri"/>
              </a:rPr>
              <a:t>you</a:t>
            </a:r>
            <a:r>
              <a:rPr sz="1500" spc="-26" dirty="0">
                <a:latin typeface="Calibri"/>
                <a:cs typeface="Calibri"/>
              </a:rPr>
              <a:t> </a:t>
            </a:r>
            <a:r>
              <a:rPr sz="1500" dirty="0">
                <a:latin typeface="Calibri"/>
                <a:cs typeface="Calibri"/>
              </a:rPr>
              <a:t>get</a:t>
            </a:r>
            <a:r>
              <a:rPr sz="1500" spc="-30" dirty="0">
                <a:latin typeface="Calibri"/>
                <a:cs typeface="Calibri"/>
              </a:rPr>
              <a:t> </a:t>
            </a:r>
            <a:r>
              <a:rPr sz="1500" dirty="0">
                <a:latin typeface="Calibri"/>
                <a:cs typeface="Calibri"/>
              </a:rPr>
              <a:t>from</a:t>
            </a:r>
            <a:r>
              <a:rPr sz="1500" spc="-26" dirty="0">
                <a:latin typeface="Calibri"/>
                <a:cs typeface="Calibri"/>
              </a:rPr>
              <a:t> </a:t>
            </a:r>
            <a:r>
              <a:rPr sz="1500" dirty="0">
                <a:latin typeface="Calibri"/>
                <a:cs typeface="Calibri"/>
              </a:rPr>
              <a:t>being</a:t>
            </a:r>
            <a:r>
              <a:rPr sz="1500" spc="-26" dirty="0">
                <a:latin typeface="Calibri"/>
                <a:cs typeface="Calibri"/>
              </a:rPr>
              <a:t> </a:t>
            </a:r>
            <a:r>
              <a:rPr sz="1500" dirty="0">
                <a:latin typeface="Calibri"/>
                <a:cs typeface="Calibri"/>
              </a:rPr>
              <a:t>a</a:t>
            </a:r>
            <a:r>
              <a:rPr sz="1500" spc="-30" dirty="0">
                <a:latin typeface="Calibri"/>
                <a:cs typeface="Calibri"/>
              </a:rPr>
              <a:t> </a:t>
            </a:r>
            <a:r>
              <a:rPr sz="1500" dirty="0">
                <a:latin typeface="Calibri"/>
                <a:cs typeface="Calibri"/>
              </a:rPr>
              <a:t>member</a:t>
            </a:r>
            <a:r>
              <a:rPr sz="1500" spc="-26"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your</a:t>
            </a:r>
            <a:r>
              <a:rPr sz="1500" spc="-26" dirty="0">
                <a:latin typeface="Calibri"/>
                <a:cs typeface="Calibri"/>
              </a:rPr>
              <a:t> </a:t>
            </a:r>
            <a:r>
              <a:rPr sz="1500" dirty="0">
                <a:latin typeface="Calibri"/>
                <a:cs typeface="Calibri"/>
              </a:rPr>
              <a:t>lodge,</a:t>
            </a:r>
            <a:r>
              <a:rPr sz="1500" spc="-26" dirty="0">
                <a:latin typeface="Calibri"/>
                <a:cs typeface="Calibri"/>
              </a:rPr>
              <a:t> </a:t>
            </a:r>
            <a:r>
              <a:rPr sz="1500" dirty="0">
                <a:latin typeface="Calibri"/>
                <a:cs typeface="Calibri"/>
              </a:rPr>
              <a:t>now</a:t>
            </a:r>
            <a:r>
              <a:rPr sz="1500" spc="-26" dirty="0">
                <a:latin typeface="Calibri"/>
                <a:cs typeface="Calibri"/>
              </a:rPr>
              <a:t> </a:t>
            </a:r>
            <a:r>
              <a:rPr sz="1500" dirty="0">
                <a:latin typeface="Calibri"/>
                <a:cs typeface="Calibri"/>
              </a:rPr>
              <a:t>look</a:t>
            </a:r>
            <a:r>
              <a:rPr sz="1500" spc="-26" dirty="0">
                <a:latin typeface="Calibri"/>
                <a:cs typeface="Calibri"/>
              </a:rPr>
              <a:t> </a:t>
            </a:r>
            <a:r>
              <a:rPr sz="1500" spc="-19" dirty="0">
                <a:latin typeface="Calibri"/>
                <a:cs typeface="Calibri"/>
              </a:rPr>
              <a:t>at</a:t>
            </a:r>
            <a:r>
              <a:rPr sz="1500" spc="375" dirty="0">
                <a:latin typeface="Calibri"/>
                <a:cs typeface="Calibri"/>
              </a:rPr>
              <a:t> </a:t>
            </a:r>
            <a:r>
              <a:rPr sz="1500" dirty="0">
                <a:latin typeface="Calibri"/>
                <a:cs typeface="Calibri"/>
              </a:rPr>
              <a:t>how</a:t>
            </a:r>
            <a:r>
              <a:rPr sz="1500" spc="-34" dirty="0">
                <a:latin typeface="Calibri"/>
                <a:cs typeface="Calibri"/>
              </a:rPr>
              <a:t> </a:t>
            </a:r>
            <a:r>
              <a:rPr sz="1500" dirty="0">
                <a:latin typeface="Calibri"/>
                <a:cs typeface="Calibri"/>
              </a:rPr>
              <a:t>you</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use</a:t>
            </a:r>
            <a:r>
              <a:rPr sz="1500" spc="-34" dirty="0">
                <a:latin typeface="Calibri"/>
                <a:cs typeface="Calibri"/>
              </a:rPr>
              <a:t> </a:t>
            </a:r>
            <a:r>
              <a:rPr sz="1500" dirty="0">
                <a:latin typeface="Calibri"/>
                <a:cs typeface="Calibri"/>
              </a:rPr>
              <a:t>similar</a:t>
            </a:r>
            <a:r>
              <a:rPr sz="1500" spc="-34" dirty="0">
                <a:latin typeface="Calibri"/>
                <a:cs typeface="Calibri"/>
              </a:rPr>
              <a:t> </a:t>
            </a:r>
            <a:r>
              <a:rPr sz="1500" dirty="0">
                <a:latin typeface="Calibri"/>
                <a:cs typeface="Calibri"/>
              </a:rPr>
              <a:t>language</a:t>
            </a:r>
            <a:r>
              <a:rPr sz="1500" spc="-34"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explain</a:t>
            </a:r>
            <a:r>
              <a:rPr sz="1500" spc="-38"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Brethren</a:t>
            </a:r>
            <a:r>
              <a:rPr sz="1500" spc="-34" dirty="0">
                <a:latin typeface="Calibri"/>
                <a:cs typeface="Calibri"/>
              </a:rPr>
              <a:t> </a:t>
            </a:r>
            <a:r>
              <a:rPr sz="1500" spc="-8" dirty="0">
                <a:latin typeface="Calibri"/>
                <a:cs typeface="Calibri"/>
              </a:rPr>
              <a:t>about</a:t>
            </a:r>
            <a:endParaRPr sz="1500">
              <a:latin typeface="Calibri"/>
              <a:cs typeface="Calibri"/>
            </a:endParaRPr>
          </a:p>
          <a:p>
            <a:pPr marL="9525">
              <a:spcBef>
                <a:spcPts val="450"/>
              </a:spcBef>
            </a:pPr>
            <a:r>
              <a:rPr sz="1500" spc="-8" dirty="0">
                <a:latin typeface="Calibri"/>
                <a:cs typeface="Calibri"/>
              </a:rPr>
              <a:t>Royal</a:t>
            </a:r>
            <a:r>
              <a:rPr sz="1500" spc="-60" dirty="0">
                <a:latin typeface="Calibri"/>
                <a:cs typeface="Calibri"/>
              </a:rPr>
              <a:t> </a:t>
            </a:r>
            <a:r>
              <a:rPr sz="1500" dirty="0">
                <a:latin typeface="Calibri"/>
                <a:cs typeface="Calibri"/>
              </a:rPr>
              <a:t>Arch</a:t>
            </a:r>
            <a:r>
              <a:rPr sz="1500" spc="-60" dirty="0">
                <a:latin typeface="Calibri"/>
                <a:cs typeface="Calibri"/>
              </a:rPr>
              <a:t> </a:t>
            </a:r>
            <a:r>
              <a:rPr sz="1500" spc="-8" dirty="0">
                <a:latin typeface="Calibri"/>
                <a:cs typeface="Calibri"/>
              </a:rPr>
              <a:t>Chapters.</a:t>
            </a:r>
            <a:endParaRPr sz="1500">
              <a:latin typeface="Calibri"/>
              <a:cs typeface="Calibri"/>
            </a:endParaRPr>
          </a:p>
        </p:txBody>
      </p:sp>
      <p:sp>
        <p:nvSpPr>
          <p:cNvPr id="4" name="object 4"/>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5" name="object 5"/>
          <p:cNvGrpSpPr/>
          <p:nvPr/>
        </p:nvGrpSpPr>
        <p:grpSpPr>
          <a:xfrm>
            <a:off x="342900" y="315497"/>
            <a:ext cx="10323195" cy="5424011"/>
            <a:chOff x="457200" y="420662"/>
            <a:chExt cx="13764260" cy="7232015"/>
          </a:xfrm>
        </p:grpSpPr>
        <p:sp>
          <p:nvSpPr>
            <p:cNvPr id="6" name="object 6"/>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7" name="object 7"/>
            <p:cNvPicPr/>
            <p:nvPr/>
          </p:nvPicPr>
          <p:blipFill>
            <a:blip r:embed="rId3" cstate="print"/>
            <a:stretch>
              <a:fillRect/>
            </a:stretch>
          </p:blipFill>
          <p:spPr>
            <a:xfrm>
              <a:off x="2475056" y="1579874"/>
              <a:ext cx="250494" cy="238239"/>
            </a:xfrm>
            <a:prstGeom prst="rect">
              <a:avLst/>
            </a:prstGeom>
          </p:spPr>
        </p:pic>
        <p:pic>
          <p:nvPicPr>
            <p:cNvPr id="8" name="object 8"/>
            <p:cNvPicPr/>
            <p:nvPr/>
          </p:nvPicPr>
          <p:blipFill>
            <a:blip r:embed="rId4" cstate="print"/>
            <a:stretch>
              <a:fillRect/>
            </a:stretch>
          </p:blipFill>
          <p:spPr>
            <a:xfrm>
              <a:off x="457200" y="420662"/>
              <a:ext cx="1856752" cy="1641246"/>
            </a:xfrm>
            <a:prstGeom prst="rect">
              <a:avLst/>
            </a:prstGeom>
          </p:spPr>
        </p:pic>
        <p:sp>
          <p:nvSpPr>
            <p:cNvPr id="9" name="object 9">
              <a:hlinkClick r:id="rId5"/>
            </p:cNvPr>
            <p:cNvSpPr/>
            <p:nvPr/>
          </p:nvSpPr>
          <p:spPr>
            <a:xfrm>
              <a:off x="9483697" y="7328293"/>
              <a:ext cx="325755" cy="207645"/>
            </a:xfrm>
            <a:custGeom>
              <a:avLst/>
              <a:gdLst/>
              <a:ahLst/>
              <a:cxnLst/>
              <a:rect l="l" t="t" r="r" b="b"/>
              <a:pathLst>
                <a:path w="325754" h="207645">
                  <a:moveTo>
                    <a:pt x="31508" y="0"/>
                  </a:moveTo>
                  <a:lnTo>
                    <a:pt x="0" y="0"/>
                  </a:lnTo>
                  <a:lnTo>
                    <a:pt x="0" y="141541"/>
                  </a:lnTo>
                  <a:lnTo>
                    <a:pt x="11744" y="178680"/>
                  </a:lnTo>
                  <a:lnTo>
                    <a:pt x="41597" y="202445"/>
                  </a:lnTo>
                  <a:lnTo>
                    <a:pt x="67805" y="207568"/>
                  </a:lnTo>
                  <a:lnTo>
                    <a:pt x="325424" y="207568"/>
                  </a:lnTo>
                  <a:lnTo>
                    <a:pt x="296748" y="176060"/>
                  </a:lnTo>
                  <a:lnTo>
                    <a:pt x="67805" y="176060"/>
                  </a:lnTo>
                  <a:lnTo>
                    <a:pt x="60368" y="175333"/>
                  </a:lnTo>
                  <a:lnTo>
                    <a:pt x="32223" y="148401"/>
                  </a:lnTo>
                  <a:lnTo>
                    <a:pt x="31508" y="141541"/>
                  </a:lnTo>
                  <a:lnTo>
                    <a:pt x="31508" y="0"/>
                  </a:lnTo>
                  <a:close/>
                </a:path>
              </a:pathLst>
            </a:custGeom>
            <a:solidFill>
              <a:srgbClr val="13325E"/>
            </a:solidFill>
          </p:spPr>
          <p:txBody>
            <a:bodyPr wrap="square" lIns="0" tIns="0" rIns="0" bIns="0" rtlCol="0"/>
            <a:lstStyle/>
            <a:p>
              <a:endParaRPr sz="1350"/>
            </a:p>
          </p:txBody>
        </p:sp>
        <p:sp>
          <p:nvSpPr>
            <p:cNvPr id="10" name="object 10">
              <a:hlinkClick r:id="rId5"/>
            </p:cNvPr>
            <p:cNvSpPr/>
            <p:nvPr/>
          </p:nvSpPr>
          <p:spPr>
            <a:xfrm>
              <a:off x="9372499" y="7153757"/>
              <a:ext cx="645160" cy="443230"/>
            </a:xfrm>
            <a:custGeom>
              <a:avLst/>
              <a:gdLst/>
              <a:ahLst/>
              <a:cxnLst/>
              <a:rect l="l" t="t" r="r" b="b"/>
              <a:pathLst>
                <a:path w="645159" h="443229">
                  <a:moveTo>
                    <a:pt x="261645" y="7340"/>
                  </a:moveTo>
                  <a:lnTo>
                    <a:pt x="254279" y="0"/>
                  </a:lnTo>
                  <a:lnTo>
                    <a:pt x="242976" y="0"/>
                  </a:lnTo>
                  <a:lnTo>
                    <a:pt x="242976" y="30480"/>
                  </a:lnTo>
                  <a:lnTo>
                    <a:pt x="242976" y="47447"/>
                  </a:lnTo>
                  <a:lnTo>
                    <a:pt x="205447" y="47447"/>
                  </a:lnTo>
                  <a:lnTo>
                    <a:pt x="205447" y="73329"/>
                  </a:lnTo>
                  <a:lnTo>
                    <a:pt x="234365" y="73329"/>
                  </a:lnTo>
                  <a:lnTo>
                    <a:pt x="234365" y="90297"/>
                  </a:lnTo>
                  <a:lnTo>
                    <a:pt x="205447" y="90297"/>
                  </a:lnTo>
                  <a:lnTo>
                    <a:pt x="205447" y="129463"/>
                  </a:lnTo>
                  <a:lnTo>
                    <a:pt x="183388" y="129463"/>
                  </a:lnTo>
                  <a:lnTo>
                    <a:pt x="183388" y="30480"/>
                  </a:lnTo>
                  <a:lnTo>
                    <a:pt x="242976" y="30480"/>
                  </a:lnTo>
                  <a:lnTo>
                    <a:pt x="242976" y="0"/>
                  </a:lnTo>
                  <a:lnTo>
                    <a:pt x="168884" y="0"/>
                  </a:lnTo>
                  <a:lnTo>
                    <a:pt x="168884" y="79489"/>
                  </a:lnTo>
                  <a:lnTo>
                    <a:pt x="168884" y="88392"/>
                  </a:lnTo>
                  <a:lnTo>
                    <a:pt x="152260" y="123418"/>
                  </a:lnTo>
                  <a:lnTo>
                    <a:pt x="132321" y="129463"/>
                  </a:lnTo>
                  <a:lnTo>
                    <a:pt x="98704" y="129463"/>
                  </a:lnTo>
                  <a:lnTo>
                    <a:pt x="98704" y="30480"/>
                  </a:lnTo>
                  <a:lnTo>
                    <a:pt x="122466" y="30480"/>
                  </a:lnTo>
                  <a:lnTo>
                    <a:pt x="159207" y="42341"/>
                  </a:lnTo>
                  <a:lnTo>
                    <a:pt x="168884" y="79489"/>
                  </a:lnTo>
                  <a:lnTo>
                    <a:pt x="168884" y="0"/>
                  </a:lnTo>
                  <a:lnTo>
                    <a:pt x="88112" y="0"/>
                  </a:lnTo>
                  <a:lnTo>
                    <a:pt x="88112" y="53898"/>
                  </a:lnTo>
                  <a:lnTo>
                    <a:pt x="88112" y="68694"/>
                  </a:lnTo>
                  <a:lnTo>
                    <a:pt x="61252" y="92837"/>
                  </a:lnTo>
                  <a:lnTo>
                    <a:pt x="43751" y="92837"/>
                  </a:lnTo>
                  <a:lnTo>
                    <a:pt x="43751" y="129463"/>
                  </a:lnTo>
                  <a:lnTo>
                    <a:pt x="21678" y="129463"/>
                  </a:lnTo>
                  <a:lnTo>
                    <a:pt x="21678" y="30480"/>
                  </a:lnTo>
                  <a:lnTo>
                    <a:pt x="59372" y="30480"/>
                  </a:lnTo>
                  <a:lnTo>
                    <a:pt x="66179" y="31191"/>
                  </a:lnTo>
                  <a:lnTo>
                    <a:pt x="75831" y="34099"/>
                  </a:lnTo>
                  <a:lnTo>
                    <a:pt x="79895" y="37376"/>
                  </a:lnTo>
                  <a:lnTo>
                    <a:pt x="86372" y="47447"/>
                  </a:lnTo>
                  <a:lnTo>
                    <a:pt x="86461" y="47574"/>
                  </a:lnTo>
                  <a:lnTo>
                    <a:pt x="88112" y="53898"/>
                  </a:lnTo>
                  <a:lnTo>
                    <a:pt x="88112" y="0"/>
                  </a:lnTo>
                  <a:lnTo>
                    <a:pt x="7366" y="0"/>
                  </a:lnTo>
                  <a:lnTo>
                    <a:pt x="0" y="7340"/>
                  </a:lnTo>
                  <a:lnTo>
                    <a:pt x="0" y="152590"/>
                  </a:lnTo>
                  <a:lnTo>
                    <a:pt x="7366" y="159931"/>
                  </a:lnTo>
                  <a:lnTo>
                    <a:pt x="254279" y="159931"/>
                  </a:lnTo>
                  <a:lnTo>
                    <a:pt x="261645" y="152590"/>
                  </a:lnTo>
                  <a:lnTo>
                    <a:pt x="261645" y="129463"/>
                  </a:lnTo>
                  <a:lnTo>
                    <a:pt x="261645" y="30480"/>
                  </a:lnTo>
                  <a:lnTo>
                    <a:pt x="261645" y="7340"/>
                  </a:lnTo>
                  <a:close/>
                </a:path>
                <a:path w="645159" h="443229">
                  <a:moveTo>
                    <a:pt x="644817" y="311645"/>
                  </a:moveTo>
                  <a:lnTo>
                    <a:pt x="592175" y="311645"/>
                  </a:lnTo>
                  <a:lnTo>
                    <a:pt x="592175" y="173888"/>
                  </a:lnTo>
                  <a:lnTo>
                    <a:pt x="592175" y="167551"/>
                  </a:lnTo>
                  <a:lnTo>
                    <a:pt x="585508" y="162420"/>
                  </a:lnTo>
                  <a:lnTo>
                    <a:pt x="464654" y="162420"/>
                  </a:lnTo>
                  <a:lnTo>
                    <a:pt x="457987" y="167551"/>
                  </a:lnTo>
                  <a:lnTo>
                    <a:pt x="457987" y="311645"/>
                  </a:lnTo>
                  <a:lnTo>
                    <a:pt x="405345" y="311645"/>
                  </a:lnTo>
                  <a:lnTo>
                    <a:pt x="525081" y="443204"/>
                  </a:lnTo>
                  <a:lnTo>
                    <a:pt x="644817" y="311645"/>
                  </a:lnTo>
                  <a:close/>
                </a:path>
              </a:pathLst>
            </a:custGeom>
            <a:solidFill>
              <a:srgbClr val="D60000"/>
            </a:solidFill>
          </p:spPr>
          <p:txBody>
            <a:bodyPr wrap="square" lIns="0" tIns="0" rIns="0" bIns="0" rtlCol="0"/>
            <a:lstStyle/>
            <a:p>
              <a:endParaRPr sz="1350"/>
            </a:p>
          </p:txBody>
        </p:sp>
        <p:pic>
          <p:nvPicPr>
            <p:cNvPr id="11" name="object 11">
              <a:hlinkClick r:id="rId5"/>
            </p:cNvPr>
            <p:cNvPicPr/>
            <p:nvPr/>
          </p:nvPicPr>
          <p:blipFill>
            <a:blip r:embed="rId6" cstate="print"/>
            <a:stretch>
              <a:fillRect/>
            </a:stretch>
          </p:blipFill>
          <p:spPr>
            <a:xfrm>
              <a:off x="9394180" y="7184231"/>
              <a:ext cx="221291" cy="98983"/>
            </a:xfrm>
            <a:prstGeom prst="rect">
              <a:avLst/>
            </a:prstGeom>
          </p:spPr>
        </p:pic>
        <p:sp>
          <p:nvSpPr>
            <p:cNvPr id="12" name="object 12"/>
            <p:cNvSpPr/>
            <p:nvPr/>
          </p:nvSpPr>
          <p:spPr>
            <a:xfrm>
              <a:off x="9483687" y="6997839"/>
              <a:ext cx="2661920" cy="538480"/>
            </a:xfrm>
            <a:custGeom>
              <a:avLst/>
              <a:gdLst/>
              <a:ahLst/>
              <a:cxnLst/>
              <a:rect l="l" t="t" r="r" b="b"/>
              <a:pathLst>
                <a:path w="2661920" h="538479">
                  <a:moveTo>
                    <a:pt x="435914" y="180378"/>
                  </a:moveTo>
                  <a:lnTo>
                    <a:pt x="392734" y="135940"/>
                  </a:lnTo>
                  <a:lnTo>
                    <a:pt x="392734" y="181140"/>
                  </a:lnTo>
                  <a:lnTo>
                    <a:pt x="308229" y="181140"/>
                  </a:lnTo>
                  <a:lnTo>
                    <a:pt x="269519" y="166014"/>
                  </a:lnTo>
                  <a:lnTo>
                    <a:pt x="253949" y="130517"/>
                  </a:lnTo>
                  <a:lnTo>
                    <a:pt x="253949" y="38277"/>
                  </a:lnTo>
                  <a:lnTo>
                    <a:pt x="392734" y="181140"/>
                  </a:lnTo>
                  <a:lnTo>
                    <a:pt x="392734" y="135940"/>
                  </a:lnTo>
                  <a:lnTo>
                    <a:pt x="297853" y="38277"/>
                  </a:lnTo>
                  <a:lnTo>
                    <a:pt x="291274" y="31496"/>
                  </a:lnTo>
                  <a:lnTo>
                    <a:pt x="260667" y="0"/>
                  </a:lnTo>
                  <a:lnTo>
                    <a:pt x="67805" y="0"/>
                  </a:lnTo>
                  <a:lnTo>
                    <a:pt x="54267" y="1320"/>
                  </a:lnTo>
                  <a:lnTo>
                    <a:pt x="20066" y="19138"/>
                  </a:lnTo>
                  <a:lnTo>
                    <a:pt x="1409" y="52616"/>
                  </a:lnTo>
                  <a:lnTo>
                    <a:pt x="0" y="66014"/>
                  </a:lnTo>
                  <a:lnTo>
                    <a:pt x="0" y="141312"/>
                  </a:lnTo>
                  <a:lnTo>
                    <a:pt x="31521" y="141312"/>
                  </a:lnTo>
                  <a:lnTo>
                    <a:pt x="31521" y="66014"/>
                  </a:lnTo>
                  <a:lnTo>
                    <a:pt x="32232" y="59156"/>
                  </a:lnTo>
                  <a:lnTo>
                    <a:pt x="60375" y="32219"/>
                  </a:lnTo>
                  <a:lnTo>
                    <a:pt x="67805" y="31496"/>
                  </a:lnTo>
                  <a:lnTo>
                    <a:pt x="220192" y="31496"/>
                  </a:lnTo>
                  <a:lnTo>
                    <a:pt x="220192" y="130517"/>
                  </a:lnTo>
                  <a:lnTo>
                    <a:pt x="222021" y="147688"/>
                  </a:lnTo>
                  <a:lnTo>
                    <a:pt x="246291" y="190500"/>
                  </a:lnTo>
                  <a:lnTo>
                    <a:pt x="290664" y="213220"/>
                  </a:lnTo>
                  <a:lnTo>
                    <a:pt x="308229" y="214896"/>
                  </a:lnTo>
                  <a:lnTo>
                    <a:pt x="404406" y="214896"/>
                  </a:lnTo>
                  <a:lnTo>
                    <a:pt x="404406" y="295998"/>
                  </a:lnTo>
                  <a:lnTo>
                    <a:pt x="435914" y="295998"/>
                  </a:lnTo>
                  <a:lnTo>
                    <a:pt x="435914" y="181140"/>
                  </a:lnTo>
                  <a:lnTo>
                    <a:pt x="435914" y="180378"/>
                  </a:lnTo>
                  <a:close/>
                </a:path>
                <a:path w="2661920" h="538479">
                  <a:moveTo>
                    <a:pt x="2661742" y="538022"/>
                  </a:moveTo>
                  <a:lnTo>
                    <a:pt x="2633065" y="506514"/>
                  </a:lnTo>
                  <a:lnTo>
                    <a:pt x="2404122" y="506514"/>
                  </a:lnTo>
                  <a:lnTo>
                    <a:pt x="2396680" y="505790"/>
                  </a:lnTo>
                  <a:lnTo>
                    <a:pt x="2368537" y="478866"/>
                  </a:lnTo>
                  <a:lnTo>
                    <a:pt x="2367826" y="471995"/>
                  </a:lnTo>
                  <a:lnTo>
                    <a:pt x="2367826" y="330454"/>
                  </a:lnTo>
                  <a:lnTo>
                    <a:pt x="2336317" y="330454"/>
                  </a:lnTo>
                  <a:lnTo>
                    <a:pt x="2336317" y="471995"/>
                  </a:lnTo>
                  <a:lnTo>
                    <a:pt x="2337727" y="485406"/>
                  </a:lnTo>
                  <a:lnTo>
                    <a:pt x="2356383" y="518871"/>
                  </a:lnTo>
                  <a:lnTo>
                    <a:pt x="2390584" y="536702"/>
                  </a:lnTo>
                  <a:lnTo>
                    <a:pt x="2404122" y="538022"/>
                  </a:lnTo>
                  <a:lnTo>
                    <a:pt x="2661742" y="538022"/>
                  </a:lnTo>
                  <a:close/>
                </a:path>
              </a:pathLst>
            </a:custGeom>
            <a:solidFill>
              <a:srgbClr val="13325E"/>
            </a:solidFill>
          </p:spPr>
          <p:txBody>
            <a:bodyPr wrap="square" lIns="0" tIns="0" rIns="0" bIns="0" rtlCol="0"/>
            <a:lstStyle/>
            <a:p>
              <a:endParaRPr sz="1350"/>
            </a:p>
          </p:txBody>
        </p:sp>
        <p:sp>
          <p:nvSpPr>
            <p:cNvPr id="13" name="object 13">
              <a:hlinkClick r:id="rId7"/>
            </p:cNvPr>
            <p:cNvSpPr/>
            <p:nvPr/>
          </p:nvSpPr>
          <p:spPr>
            <a:xfrm>
              <a:off x="11708803" y="7153757"/>
              <a:ext cx="645160" cy="443230"/>
            </a:xfrm>
            <a:custGeom>
              <a:avLst/>
              <a:gdLst/>
              <a:ahLst/>
              <a:cxnLst/>
              <a:rect l="l" t="t" r="r" b="b"/>
              <a:pathLst>
                <a:path w="645159" h="443229">
                  <a:moveTo>
                    <a:pt x="261645" y="7340"/>
                  </a:moveTo>
                  <a:lnTo>
                    <a:pt x="254279" y="0"/>
                  </a:lnTo>
                  <a:lnTo>
                    <a:pt x="242976" y="0"/>
                  </a:lnTo>
                  <a:lnTo>
                    <a:pt x="242976" y="30480"/>
                  </a:lnTo>
                  <a:lnTo>
                    <a:pt x="242976" y="47447"/>
                  </a:lnTo>
                  <a:lnTo>
                    <a:pt x="205447" y="47447"/>
                  </a:lnTo>
                  <a:lnTo>
                    <a:pt x="205447" y="73329"/>
                  </a:lnTo>
                  <a:lnTo>
                    <a:pt x="234365" y="73329"/>
                  </a:lnTo>
                  <a:lnTo>
                    <a:pt x="234365" y="90297"/>
                  </a:lnTo>
                  <a:lnTo>
                    <a:pt x="205447" y="90297"/>
                  </a:lnTo>
                  <a:lnTo>
                    <a:pt x="205447" y="129463"/>
                  </a:lnTo>
                  <a:lnTo>
                    <a:pt x="183388" y="129463"/>
                  </a:lnTo>
                  <a:lnTo>
                    <a:pt x="183388" y="30480"/>
                  </a:lnTo>
                  <a:lnTo>
                    <a:pt x="242976" y="30480"/>
                  </a:lnTo>
                  <a:lnTo>
                    <a:pt x="242976" y="0"/>
                  </a:lnTo>
                  <a:lnTo>
                    <a:pt x="168884" y="0"/>
                  </a:lnTo>
                  <a:lnTo>
                    <a:pt x="168884" y="79489"/>
                  </a:lnTo>
                  <a:lnTo>
                    <a:pt x="168884" y="88392"/>
                  </a:lnTo>
                  <a:lnTo>
                    <a:pt x="152260" y="123418"/>
                  </a:lnTo>
                  <a:lnTo>
                    <a:pt x="132321" y="129463"/>
                  </a:lnTo>
                  <a:lnTo>
                    <a:pt x="98704" y="129463"/>
                  </a:lnTo>
                  <a:lnTo>
                    <a:pt x="98704" y="30480"/>
                  </a:lnTo>
                  <a:lnTo>
                    <a:pt x="122466" y="30480"/>
                  </a:lnTo>
                  <a:lnTo>
                    <a:pt x="159207" y="42341"/>
                  </a:lnTo>
                  <a:lnTo>
                    <a:pt x="168884" y="79489"/>
                  </a:lnTo>
                  <a:lnTo>
                    <a:pt x="168884" y="0"/>
                  </a:lnTo>
                  <a:lnTo>
                    <a:pt x="88112" y="0"/>
                  </a:lnTo>
                  <a:lnTo>
                    <a:pt x="88112" y="53898"/>
                  </a:lnTo>
                  <a:lnTo>
                    <a:pt x="88112" y="68694"/>
                  </a:lnTo>
                  <a:lnTo>
                    <a:pt x="61252" y="92837"/>
                  </a:lnTo>
                  <a:lnTo>
                    <a:pt x="43751" y="92837"/>
                  </a:lnTo>
                  <a:lnTo>
                    <a:pt x="43751" y="129463"/>
                  </a:lnTo>
                  <a:lnTo>
                    <a:pt x="21678" y="129463"/>
                  </a:lnTo>
                  <a:lnTo>
                    <a:pt x="21678" y="30480"/>
                  </a:lnTo>
                  <a:lnTo>
                    <a:pt x="59372" y="30480"/>
                  </a:lnTo>
                  <a:lnTo>
                    <a:pt x="66179" y="31191"/>
                  </a:lnTo>
                  <a:lnTo>
                    <a:pt x="88112" y="53898"/>
                  </a:lnTo>
                  <a:lnTo>
                    <a:pt x="88112" y="0"/>
                  </a:lnTo>
                  <a:lnTo>
                    <a:pt x="7366" y="0"/>
                  </a:lnTo>
                  <a:lnTo>
                    <a:pt x="0" y="7340"/>
                  </a:lnTo>
                  <a:lnTo>
                    <a:pt x="0" y="152590"/>
                  </a:lnTo>
                  <a:lnTo>
                    <a:pt x="7366" y="159931"/>
                  </a:lnTo>
                  <a:lnTo>
                    <a:pt x="254279" y="159931"/>
                  </a:lnTo>
                  <a:lnTo>
                    <a:pt x="261645" y="152590"/>
                  </a:lnTo>
                  <a:lnTo>
                    <a:pt x="261645" y="129463"/>
                  </a:lnTo>
                  <a:lnTo>
                    <a:pt x="261645" y="30480"/>
                  </a:lnTo>
                  <a:lnTo>
                    <a:pt x="261645" y="7340"/>
                  </a:lnTo>
                  <a:close/>
                </a:path>
                <a:path w="645159" h="443229">
                  <a:moveTo>
                    <a:pt x="644829" y="311645"/>
                  </a:moveTo>
                  <a:lnTo>
                    <a:pt x="592188" y="311645"/>
                  </a:lnTo>
                  <a:lnTo>
                    <a:pt x="592188" y="173888"/>
                  </a:lnTo>
                  <a:lnTo>
                    <a:pt x="592188" y="167551"/>
                  </a:lnTo>
                  <a:lnTo>
                    <a:pt x="585520" y="162420"/>
                  </a:lnTo>
                  <a:lnTo>
                    <a:pt x="464667" y="162420"/>
                  </a:lnTo>
                  <a:lnTo>
                    <a:pt x="458000" y="167551"/>
                  </a:lnTo>
                  <a:lnTo>
                    <a:pt x="458000" y="311645"/>
                  </a:lnTo>
                  <a:lnTo>
                    <a:pt x="405358" y="311645"/>
                  </a:lnTo>
                  <a:lnTo>
                    <a:pt x="525094" y="443204"/>
                  </a:lnTo>
                  <a:lnTo>
                    <a:pt x="644829" y="311645"/>
                  </a:lnTo>
                  <a:close/>
                </a:path>
              </a:pathLst>
            </a:custGeom>
            <a:solidFill>
              <a:srgbClr val="D60000"/>
            </a:solidFill>
          </p:spPr>
          <p:txBody>
            <a:bodyPr wrap="square" lIns="0" tIns="0" rIns="0" bIns="0" rtlCol="0"/>
            <a:lstStyle/>
            <a:p>
              <a:endParaRPr sz="1350"/>
            </a:p>
          </p:txBody>
        </p:sp>
        <p:pic>
          <p:nvPicPr>
            <p:cNvPr id="14" name="object 14">
              <a:hlinkClick r:id="rId7"/>
            </p:cNvPr>
            <p:cNvPicPr/>
            <p:nvPr/>
          </p:nvPicPr>
          <p:blipFill>
            <a:blip r:embed="rId8" cstate="print"/>
            <a:stretch>
              <a:fillRect/>
            </a:stretch>
          </p:blipFill>
          <p:spPr>
            <a:xfrm>
              <a:off x="11730492" y="7184231"/>
              <a:ext cx="221291" cy="98983"/>
            </a:xfrm>
            <a:prstGeom prst="rect">
              <a:avLst/>
            </a:prstGeom>
          </p:spPr>
        </p:pic>
        <p:sp>
          <p:nvSpPr>
            <p:cNvPr id="15" name="object 15"/>
            <p:cNvSpPr/>
            <p:nvPr/>
          </p:nvSpPr>
          <p:spPr>
            <a:xfrm>
              <a:off x="11820004" y="6997839"/>
              <a:ext cx="2193290" cy="538480"/>
            </a:xfrm>
            <a:custGeom>
              <a:avLst/>
              <a:gdLst/>
              <a:ahLst/>
              <a:cxnLst/>
              <a:rect l="l" t="t" r="r" b="b"/>
              <a:pathLst>
                <a:path w="2193290" h="538479">
                  <a:moveTo>
                    <a:pt x="435914" y="180378"/>
                  </a:moveTo>
                  <a:lnTo>
                    <a:pt x="392734" y="135940"/>
                  </a:lnTo>
                  <a:lnTo>
                    <a:pt x="392734" y="181140"/>
                  </a:lnTo>
                  <a:lnTo>
                    <a:pt x="308229" y="181140"/>
                  </a:lnTo>
                  <a:lnTo>
                    <a:pt x="269519" y="166014"/>
                  </a:lnTo>
                  <a:lnTo>
                    <a:pt x="253949" y="130517"/>
                  </a:lnTo>
                  <a:lnTo>
                    <a:pt x="253949" y="38277"/>
                  </a:lnTo>
                  <a:lnTo>
                    <a:pt x="392734" y="181140"/>
                  </a:lnTo>
                  <a:lnTo>
                    <a:pt x="392734" y="135940"/>
                  </a:lnTo>
                  <a:lnTo>
                    <a:pt x="297853" y="38277"/>
                  </a:lnTo>
                  <a:lnTo>
                    <a:pt x="291261" y="31496"/>
                  </a:lnTo>
                  <a:lnTo>
                    <a:pt x="260667" y="0"/>
                  </a:lnTo>
                  <a:lnTo>
                    <a:pt x="67805" y="0"/>
                  </a:lnTo>
                  <a:lnTo>
                    <a:pt x="54267" y="1320"/>
                  </a:lnTo>
                  <a:lnTo>
                    <a:pt x="20066" y="19138"/>
                  </a:lnTo>
                  <a:lnTo>
                    <a:pt x="1409" y="52616"/>
                  </a:lnTo>
                  <a:lnTo>
                    <a:pt x="0" y="66014"/>
                  </a:lnTo>
                  <a:lnTo>
                    <a:pt x="0" y="141312"/>
                  </a:lnTo>
                  <a:lnTo>
                    <a:pt x="31521" y="141312"/>
                  </a:lnTo>
                  <a:lnTo>
                    <a:pt x="31521" y="66014"/>
                  </a:lnTo>
                  <a:lnTo>
                    <a:pt x="32232" y="59156"/>
                  </a:lnTo>
                  <a:lnTo>
                    <a:pt x="60363" y="32219"/>
                  </a:lnTo>
                  <a:lnTo>
                    <a:pt x="67805" y="31496"/>
                  </a:lnTo>
                  <a:lnTo>
                    <a:pt x="220192" y="31496"/>
                  </a:lnTo>
                  <a:lnTo>
                    <a:pt x="220192" y="130517"/>
                  </a:lnTo>
                  <a:lnTo>
                    <a:pt x="222021" y="147688"/>
                  </a:lnTo>
                  <a:lnTo>
                    <a:pt x="246291" y="190500"/>
                  </a:lnTo>
                  <a:lnTo>
                    <a:pt x="290664" y="213220"/>
                  </a:lnTo>
                  <a:lnTo>
                    <a:pt x="308229" y="214896"/>
                  </a:lnTo>
                  <a:lnTo>
                    <a:pt x="404406" y="214896"/>
                  </a:lnTo>
                  <a:lnTo>
                    <a:pt x="404406" y="295998"/>
                  </a:lnTo>
                  <a:lnTo>
                    <a:pt x="435914" y="295998"/>
                  </a:lnTo>
                  <a:lnTo>
                    <a:pt x="435914" y="181140"/>
                  </a:lnTo>
                  <a:lnTo>
                    <a:pt x="435914" y="180378"/>
                  </a:lnTo>
                  <a:close/>
                </a:path>
                <a:path w="2193290" h="538479">
                  <a:moveTo>
                    <a:pt x="2192693" y="538022"/>
                  </a:moveTo>
                  <a:lnTo>
                    <a:pt x="2164016" y="506514"/>
                  </a:lnTo>
                  <a:lnTo>
                    <a:pt x="1935073" y="506514"/>
                  </a:lnTo>
                  <a:lnTo>
                    <a:pt x="1927631" y="505790"/>
                  </a:lnTo>
                  <a:lnTo>
                    <a:pt x="1899488" y="478866"/>
                  </a:lnTo>
                  <a:lnTo>
                    <a:pt x="1898777" y="471995"/>
                  </a:lnTo>
                  <a:lnTo>
                    <a:pt x="1898777" y="330454"/>
                  </a:lnTo>
                  <a:lnTo>
                    <a:pt x="1867268" y="330454"/>
                  </a:lnTo>
                  <a:lnTo>
                    <a:pt x="1867268" y="471995"/>
                  </a:lnTo>
                  <a:lnTo>
                    <a:pt x="1868665" y="485406"/>
                  </a:lnTo>
                  <a:lnTo>
                    <a:pt x="1887334" y="518871"/>
                  </a:lnTo>
                  <a:lnTo>
                    <a:pt x="1921522" y="536702"/>
                  </a:lnTo>
                  <a:lnTo>
                    <a:pt x="1935073" y="538022"/>
                  </a:lnTo>
                  <a:lnTo>
                    <a:pt x="2192693" y="538022"/>
                  </a:lnTo>
                  <a:close/>
                </a:path>
              </a:pathLst>
            </a:custGeom>
            <a:solidFill>
              <a:srgbClr val="13325E"/>
            </a:solidFill>
          </p:spPr>
          <p:txBody>
            <a:bodyPr wrap="square" lIns="0" tIns="0" rIns="0" bIns="0" rtlCol="0"/>
            <a:lstStyle/>
            <a:p>
              <a:endParaRPr sz="1350"/>
            </a:p>
          </p:txBody>
        </p:sp>
        <p:sp>
          <p:nvSpPr>
            <p:cNvPr id="16" name="object 16">
              <a:hlinkClick r:id="rId9"/>
            </p:cNvPr>
            <p:cNvSpPr/>
            <p:nvPr/>
          </p:nvSpPr>
          <p:spPr>
            <a:xfrm>
              <a:off x="13576072" y="7153757"/>
              <a:ext cx="645160" cy="443230"/>
            </a:xfrm>
            <a:custGeom>
              <a:avLst/>
              <a:gdLst/>
              <a:ahLst/>
              <a:cxnLst/>
              <a:rect l="l" t="t" r="r" b="b"/>
              <a:pathLst>
                <a:path w="645159" h="443229">
                  <a:moveTo>
                    <a:pt x="261645" y="7340"/>
                  </a:moveTo>
                  <a:lnTo>
                    <a:pt x="254279" y="0"/>
                  </a:lnTo>
                  <a:lnTo>
                    <a:pt x="242976" y="0"/>
                  </a:lnTo>
                  <a:lnTo>
                    <a:pt x="242976" y="30480"/>
                  </a:lnTo>
                  <a:lnTo>
                    <a:pt x="242976" y="47447"/>
                  </a:lnTo>
                  <a:lnTo>
                    <a:pt x="205447" y="47447"/>
                  </a:lnTo>
                  <a:lnTo>
                    <a:pt x="205447" y="73329"/>
                  </a:lnTo>
                  <a:lnTo>
                    <a:pt x="234365" y="73329"/>
                  </a:lnTo>
                  <a:lnTo>
                    <a:pt x="234365" y="90297"/>
                  </a:lnTo>
                  <a:lnTo>
                    <a:pt x="205447" y="90297"/>
                  </a:lnTo>
                  <a:lnTo>
                    <a:pt x="205447" y="129463"/>
                  </a:lnTo>
                  <a:lnTo>
                    <a:pt x="183388" y="129463"/>
                  </a:lnTo>
                  <a:lnTo>
                    <a:pt x="183388" y="30480"/>
                  </a:lnTo>
                  <a:lnTo>
                    <a:pt x="242976" y="30480"/>
                  </a:lnTo>
                  <a:lnTo>
                    <a:pt x="242976" y="0"/>
                  </a:lnTo>
                  <a:lnTo>
                    <a:pt x="168884" y="0"/>
                  </a:lnTo>
                  <a:lnTo>
                    <a:pt x="168884" y="79489"/>
                  </a:lnTo>
                  <a:lnTo>
                    <a:pt x="168884" y="88392"/>
                  </a:lnTo>
                  <a:lnTo>
                    <a:pt x="152260" y="123418"/>
                  </a:lnTo>
                  <a:lnTo>
                    <a:pt x="132321" y="129463"/>
                  </a:lnTo>
                  <a:lnTo>
                    <a:pt x="98704" y="129463"/>
                  </a:lnTo>
                  <a:lnTo>
                    <a:pt x="98704" y="30480"/>
                  </a:lnTo>
                  <a:lnTo>
                    <a:pt x="122466" y="30480"/>
                  </a:lnTo>
                  <a:lnTo>
                    <a:pt x="159207" y="42341"/>
                  </a:lnTo>
                  <a:lnTo>
                    <a:pt x="168884" y="79489"/>
                  </a:lnTo>
                  <a:lnTo>
                    <a:pt x="168884" y="0"/>
                  </a:lnTo>
                  <a:lnTo>
                    <a:pt x="88112" y="0"/>
                  </a:lnTo>
                  <a:lnTo>
                    <a:pt x="88112" y="53898"/>
                  </a:lnTo>
                  <a:lnTo>
                    <a:pt x="88112" y="68694"/>
                  </a:lnTo>
                  <a:lnTo>
                    <a:pt x="61252" y="92837"/>
                  </a:lnTo>
                  <a:lnTo>
                    <a:pt x="43751" y="92837"/>
                  </a:lnTo>
                  <a:lnTo>
                    <a:pt x="43751" y="129463"/>
                  </a:lnTo>
                  <a:lnTo>
                    <a:pt x="21678" y="129463"/>
                  </a:lnTo>
                  <a:lnTo>
                    <a:pt x="21678" y="30480"/>
                  </a:lnTo>
                  <a:lnTo>
                    <a:pt x="59372" y="30480"/>
                  </a:lnTo>
                  <a:lnTo>
                    <a:pt x="66179" y="31191"/>
                  </a:lnTo>
                  <a:lnTo>
                    <a:pt x="88112" y="53898"/>
                  </a:lnTo>
                  <a:lnTo>
                    <a:pt x="88112" y="0"/>
                  </a:lnTo>
                  <a:lnTo>
                    <a:pt x="7366" y="0"/>
                  </a:lnTo>
                  <a:lnTo>
                    <a:pt x="0" y="7340"/>
                  </a:lnTo>
                  <a:lnTo>
                    <a:pt x="0" y="152590"/>
                  </a:lnTo>
                  <a:lnTo>
                    <a:pt x="7366" y="159931"/>
                  </a:lnTo>
                  <a:lnTo>
                    <a:pt x="254279" y="159931"/>
                  </a:lnTo>
                  <a:lnTo>
                    <a:pt x="261645" y="152590"/>
                  </a:lnTo>
                  <a:lnTo>
                    <a:pt x="261645" y="129463"/>
                  </a:lnTo>
                  <a:lnTo>
                    <a:pt x="261645" y="30480"/>
                  </a:lnTo>
                  <a:lnTo>
                    <a:pt x="261645" y="7340"/>
                  </a:lnTo>
                  <a:close/>
                </a:path>
                <a:path w="645159" h="443229">
                  <a:moveTo>
                    <a:pt x="644829" y="311645"/>
                  </a:moveTo>
                  <a:lnTo>
                    <a:pt x="592188" y="311645"/>
                  </a:lnTo>
                  <a:lnTo>
                    <a:pt x="592188" y="173888"/>
                  </a:lnTo>
                  <a:lnTo>
                    <a:pt x="592188" y="167551"/>
                  </a:lnTo>
                  <a:lnTo>
                    <a:pt x="585520" y="162420"/>
                  </a:lnTo>
                  <a:lnTo>
                    <a:pt x="464667" y="162420"/>
                  </a:lnTo>
                  <a:lnTo>
                    <a:pt x="458000" y="167551"/>
                  </a:lnTo>
                  <a:lnTo>
                    <a:pt x="458000" y="311645"/>
                  </a:lnTo>
                  <a:lnTo>
                    <a:pt x="405371" y="311645"/>
                  </a:lnTo>
                  <a:lnTo>
                    <a:pt x="525094" y="443204"/>
                  </a:lnTo>
                  <a:lnTo>
                    <a:pt x="644829" y="311645"/>
                  </a:lnTo>
                  <a:close/>
                </a:path>
              </a:pathLst>
            </a:custGeom>
            <a:solidFill>
              <a:srgbClr val="D60000"/>
            </a:solidFill>
          </p:spPr>
          <p:txBody>
            <a:bodyPr wrap="square" lIns="0" tIns="0" rIns="0" bIns="0" rtlCol="0"/>
            <a:lstStyle/>
            <a:p>
              <a:endParaRPr sz="1350"/>
            </a:p>
          </p:txBody>
        </p:sp>
        <p:pic>
          <p:nvPicPr>
            <p:cNvPr id="17" name="object 17">
              <a:hlinkClick r:id="rId9"/>
            </p:cNvPr>
            <p:cNvPicPr/>
            <p:nvPr/>
          </p:nvPicPr>
          <p:blipFill>
            <a:blip r:embed="rId10" cstate="print"/>
            <a:stretch>
              <a:fillRect/>
            </a:stretch>
          </p:blipFill>
          <p:spPr>
            <a:xfrm>
              <a:off x="13597757" y="7184231"/>
              <a:ext cx="221291" cy="98983"/>
            </a:xfrm>
            <a:prstGeom prst="rect">
              <a:avLst/>
            </a:prstGeom>
          </p:spPr>
        </p:pic>
        <p:sp>
          <p:nvSpPr>
            <p:cNvPr id="18" name="object 18">
              <a:hlinkClick r:id="rId9"/>
            </p:cNvPr>
            <p:cNvSpPr/>
            <p:nvPr/>
          </p:nvSpPr>
          <p:spPr>
            <a:xfrm>
              <a:off x="13687274" y="6997837"/>
              <a:ext cx="436245" cy="296545"/>
            </a:xfrm>
            <a:custGeom>
              <a:avLst/>
              <a:gdLst/>
              <a:ahLst/>
              <a:cxnLst/>
              <a:rect l="l" t="t" r="r" b="b"/>
              <a:pathLst>
                <a:path w="436244" h="296545">
                  <a:moveTo>
                    <a:pt x="291266" y="31495"/>
                  </a:moveTo>
                  <a:lnTo>
                    <a:pt x="220192" y="31495"/>
                  </a:lnTo>
                  <a:lnTo>
                    <a:pt x="220192" y="130517"/>
                  </a:lnTo>
                  <a:lnTo>
                    <a:pt x="235471" y="178059"/>
                  </a:lnTo>
                  <a:lnTo>
                    <a:pt x="274240" y="208380"/>
                  </a:lnTo>
                  <a:lnTo>
                    <a:pt x="308228" y="214896"/>
                  </a:lnTo>
                  <a:lnTo>
                    <a:pt x="404406" y="214896"/>
                  </a:lnTo>
                  <a:lnTo>
                    <a:pt x="404406" y="295998"/>
                  </a:lnTo>
                  <a:lnTo>
                    <a:pt x="435914" y="295998"/>
                  </a:lnTo>
                  <a:lnTo>
                    <a:pt x="435914" y="181140"/>
                  </a:lnTo>
                  <a:lnTo>
                    <a:pt x="308228" y="181140"/>
                  </a:lnTo>
                  <a:lnTo>
                    <a:pt x="297101" y="180080"/>
                  </a:lnTo>
                  <a:lnTo>
                    <a:pt x="262962" y="158471"/>
                  </a:lnTo>
                  <a:lnTo>
                    <a:pt x="253949" y="130517"/>
                  </a:lnTo>
                  <a:lnTo>
                    <a:pt x="253949" y="38277"/>
                  </a:lnTo>
                  <a:lnTo>
                    <a:pt x="297855" y="38277"/>
                  </a:lnTo>
                  <a:lnTo>
                    <a:pt x="291266" y="31495"/>
                  </a:lnTo>
                  <a:close/>
                </a:path>
                <a:path w="436244" h="296545">
                  <a:moveTo>
                    <a:pt x="297855" y="38277"/>
                  </a:moveTo>
                  <a:lnTo>
                    <a:pt x="253949" y="38277"/>
                  </a:lnTo>
                  <a:lnTo>
                    <a:pt x="392734" y="181140"/>
                  </a:lnTo>
                  <a:lnTo>
                    <a:pt x="435914" y="181140"/>
                  </a:lnTo>
                  <a:lnTo>
                    <a:pt x="435914" y="180378"/>
                  </a:lnTo>
                  <a:lnTo>
                    <a:pt x="297855" y="38277"/>
                  </a:lnTo>
                  <a:close/>
                </a:path>
                <a:path w="436244" h="296545">
                  <a:moveTo>
                    <a:pt x="260667" y="0"/>
                  </a:moveTo>
                  <a:lnTo>
                    <a:pt x="67805" y="0"/>
                  </a:lnTo>
                  <a:lnTo>
                    <a:pt x="54264" y="1320"/>
                  </a:lnTo>
                  <a:lnTo>
                    <a:pt x="20065" y="19138"/>
                  </a:lnTo>
                  <a:lnTo>
                    <a:pt x="1406" y="52612"/>
                  </a:lnTo>
                  <a:lnTo>
                    <a:pt x="0" y="66014"/>
                  </a:lnTo>
                  <a:lnTo>
                    <a:pt x="0" y="141312"/>
                  </a:lnTo>
                  <a:lnTo>
                    <a:pt x="31521" y="141312"/>
                  </a:lnTo>
                  <a:lnTo>
                    <a:pt x="31521" y="66014"/>
                  </a:lnTo>
                  <a:lnTo>
                    <a:pt x="32228" y="59149"/>
                  </a:lnTo>
                  <a:lnTo>
                    <a:pt x="60368" y="32217"/>
                  </a:lnTo>
                  <a:lnTo>
                    <a:pt x="67805" y="31495"/>
                  </a:lnTo>
                  <a:lnTo>
                    <a:pt x="291266" y="31495"/>
                  </a:lnTo>
                  <a:lnTo>
                    <a:pt x="260667" y="0"/>
                  </a:lnTo>
                  <a:close/>
                </a:path>
              </a:pathLst>
            </a:custGeom>
            <a:solidFill>
              <a:srgbClr val="13325E"/>
            </a:solidFill>
          </p:spPr>
          <p:txBody>
            <a:bodyPr wrap="square" lIns="0" tIns="0" rIns="0" bIns="0" rtlCol="0"/>
            <a:lstStyle/>
            <a:p>
              <a:endParaRPr sz="1350"/>
            </a:p>
          </p:txBody>
        </p:sp>
        <p:sp>
          <p:nvSpPr>
            <p:cNvPr id="19" name="object 19"/>
            <p:cNvSpPr/>
            <p:nvPr/>
          </p:nvSpPr>
          <p:spPr>
            <a:xfrm>
              <a:off x="7004608" y="6897166"/>
              <a:ext cx="2044700" cy="755650"/>
            </a:xfrm>
            <a:custGeom>
              <a:avLst/>
              <a:gdLst/>
              <a:ahLst/>
              <a:cxnLst/>
              <a:rect l="l" t="t" r="r" b="b"/>
              <a:pathLst>
                <a:path w="2044700" h="755650">
                  <a:moveTo>
                    <a:pt x="2044700" y="0"/>
                  </a:moveTo>
                  <a:lnTo>
                    <a:pt x="0" y="0"/>
                  </a:lnTo>
                  <a:lnTo>
                    <a:pt x="0" y="755281"/>
                  </a:lnTo>
                  <a:lnTo>
                    <a:pt x="2044700" y="755281"/>
                  </a:lnTo>
                  <a:lnTo>
                    <a:pt x="2044700" y="0"/>
                  </a:lnTo>
                  <a:close/>
                </a:path>
              </a:pathLst>
            </a:custGeom>
            <a:solidFill>
              <a:srgbClr val="000000"/>
            </a:solidFill>
          </p:spPr>
          <p:txBody>
            <a:bodyPr wrap="square" lIns="0" tIns="0" rIns="0" bIns="0" rtlCol="0"/>
            <a:lstStyle/>
            <a:p>
              <a:endParaRPr sz="1350"/>
            </a:p>
          </p:txBody>
        </p:sp>
        <p:sp>
          <p:nvSpPr>
            <p:cNvPr id="20" name="object 20"/>
            <p:cNvSpPr/>
            <p:nvPr/>
          </p:nvSpPr>
          <p:spPr>
            <a:xfrm>
              <a:off x="8556942" y="7088721"/>
              <a:ext cx="422275" cy="451484"/>
            </a:xfrm>
            <a:custGeom>
              <a:avLst/>
              <a:gdLst/>
              <a:ahLst/>
              <a:cxnLst/>
              <a:rect l="l" t="t" r="r" b="b"/>
              <a:pathLst>
                <a:path w="422275" h="451484">
                  <a:moveTo>
                    <a:pt x="28289" y="0"/>
                  </a:moveTo>
                  <a:lnTo>
                    <a:pt x="16182" y="3888"/>
                  </a:lnTo>
                  <a:lnTo>
                    <a:pt x="6548" y="12201"/>
                  </a:lnTo>
                  <a:lnTo>
                    <a:pt x="1020" y="23211"/>
                  </a:lnTo>
                  <a:lnTo>
                    <a:pt x="0" y="35489"/>
                  </a:lnTo>
                  <a:lnTo>
                    <a:pt x="3888" y="47602"/>
                  </a:lnTo>
                  <a:lnTo>
                    <a:pt x="154828" y="316575"/>
                  </a:lnTo>
                  <a:lnTo>
                    <a:pt x="104307" y="272303"/>
                  </a:lnTo>
                  <a:lnTo>
                    <a:pt x="57914" y="275351"/>
                  </a:lnTo>
                  <a:lnTo>
                    <a:pt x="49865" y="299182"/>
                  </a:lnTo>
                  <a:lnTo>
                    <a:pt x="53071" y="311387"/>
                  </a:lnTo>
                  <a:lnTo>
                    <a:pt x="154750" y="404573"/>
                  </a:lnTo>
                  <a:lnTo>
                    <a:pt x="203105" y="437803"/>
                  </a:lnTo>
                  <a:lnTo>
                    <a:pt x="269373" y="451413"/>
                  </a:lnTo>
                  <a:lnTo>
                    <a:pt x="303634" y="446991"/>
                  </a:lnTo>
                  <a:lnTo>
                    <a:pt x="342750" y="431535"/>
                  </a:lnTo>
                  <a:lnTo>
                    <a:pt x="377798" y="404732"/>
                  </a:lnTo>
                  <a:lnTo>
                    <a:pt x="407812" y="361114"/>
                  </a:lnTo>
                  <a:lnTo>
                    <a:pt x="422060" y="291088"/>
                  </a:lnTo>
                  <a:lnTo>
                    <a:pt x="416618" y="254917"/>
                  </a:lnTo>
                  <a:lnTo>
                    <a:pt x="351589" y="129720"/>
                  </a:lnTo>
                  <a:lnTo>
                    <a:pt x="313524" y="84857"/>
                  </a:lnTo>
                  <a:lnTo>
                    <a:pt x="297604" y="79917"/>
                  </a:lnTo>
                  <a:lnTo>
                    <a:pt x="284126" y="82590"/>
                  </a:lnTo>
                  <a:lnTo>
                    <a:pt x="273128" y="125262"/>
                  </a:lnTo>
                  <a:lnTo>
                    <a:pt x="293639" y="161851"/>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20" y="208511"/>
                  </a:lnTo>
                  <a:lnTo>
                    <a:pt x="59883" y="16182"/>
                  </a:lnTo>
                  <a:lnTo>
                    <a:pt x="51576" y="6548"/>
                  </a:lnTo>
                  <a:lnTo>
                    <a:pt x="40566" y="1020"/>
                  </a:lnTo>
                  <a:lnTo>
                    <a:pt x="28289" y="0"/>
                  </a:lnTo>
                  <a:close/>
                </a:path>
              </a:pathLst>
            </a:custGeom>
            <a:solidFill>
              <a:srgbClr val="A99968"/>
            </a:solidFill>
          </p:spPr>
          <p:txBody>
            <a:bodyPr wrap="square" lIns="0" tIns="0" rIns="0" bIns="0" rtlCol="0"/>
            <a:lstStyle/>
            <a:p>
              <a:endParaRPr sz="1350"/>
            </a:p>
          </p:txBody>
        </p:sp>
        <p:sp>
          <p:nvSpPr>
            <p:cNvPr id="21" name="object 21"/>
            <p:cNvSpPr/>
            <p:nvPr/>
          </p:nvSpPr>
          <p:spPr>
            <a:xfrm>
              <a:off x="8556942" y="7088721"/>
              <a:ext cx="422275" cy="451484"/>
            </a:xfrm>
            <a:custGeom>
              <a:avLst/>
              <a:gdLst/>
              <a:ahLst/>
              <a:cxnLst/>
              <a:rect l="l" t="t" r="r" b="b"/>
              <a:pathLst>
                <a:path w="422275" h="451484">
                  <a:moveTo>
                    <a:pt x="284126" y="82590"/>
                  </a:moveTo>
                  <a:lnTo>
                    <a:pt x="281548" y="84038"/>
                  </a:lnTo>
                  <a:lnTo>
                    <a:pt x="272525" y="91958"/>
                  </a:lnTo>
                  <a:lnTo>
                    <a:pt x="268328" y="102116"/>
                  </a:lnTo>
                  <a:lnTo>
                    <a:pt x="268636" y="113542"/>
                  </a:lnTo>
                  <a:lnTo>
                    <a:pt x="273128" y="125262"/>
                  </a:lnTo>
                  <a:lnTo>
                    <a:pt x="293728" y="161813"/>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83" y="208485"/>
                  </a:lnTo>
                  <a:lnTo>
                    <a:pt x="59883" y="16182"/>
                  </a:lnTo>
                  <a:lnTo>
                    <a:pt x="51576" y="6548"/>
                  </a:lnTo>
                  <a:lnTo>
                    <a:pt x="40566" y="1020"/>
                  </a:lnTo>
                  <a:lnTo>
                    <a:pt x="28289" y="0"/>
                  </a:lnTo>
                  <a:lnTo>
                    <a:pt x="16182" y="3888"/>
                  </a:lnTo>
                  <a:lnTo>
                    <a:pt x="6548" y="12201"/>
                  </a:lnTo>
                  <a:lnTo>
                    <a:pt x="1020" y="23211"/>
                  </a:lnTo>
                  <a:lnTo>
                    <a:pt x="0" y="35489"/>
                  </a:lnTo>
                  <a:lnTo>
                    <a:pt x="3888" y="47602"/>
                  </a:lnTo>
                  <a:lnTo>
                    <a:pt x="117985" y="250929"/>
                  </a:lnTo>
                  <a:lnTo>
                    <a:pt x="154828" y="316575"/>
                  </a:lnTo>
                  <a:lnTo>
                    <a:pt x="104307" y="272303"/>
                  </a:lnTo>
                  <a:lnTo>
                    <a:pt x="57914" y="275351"/>
                  </a:lnTo>
                  <a:lnTo>
                    <a:pt x="49865" y="299182"/>
                  </a:lnTo>
                  <a:lnTo>
                    <a:pt x="53071" y="311387"/>
                  </a:lnTo>
                  <a:lnTo>
                    <a:pt x="122501" y="376156"/>
                  </a:lnTo>
                  <a:lnTo>
                    <a:pt x="154750" y="404573"/>
                  </a:lnTo>
                  <a:lnTo>
                    <a:pt x="203105" y="437803"/>
                  </a:lnTo>
                  <a:lnTo>
                    <a:pt x="269373" y="451413"/>
                  </a:lnTo>
                  <a:lnTo>
                    <a:pt x="303634" y="446991"/>
                  </a:lnTo>
                  <a:lnTo>
                    <a:pt x="342750" y="431535"/>
                  </a:lnTo>
                  <a:lnTo>
                    <a:pt x="377798" y="404732"/>
                  </a:lnTo>
                  <a:lnTo>
                    <a:pt x="406732" y="363425"/>
                  </a:lnTo>
                  <a:lnTo>
                    <a:pt x="418983" y="326985"/>
                  </a:lnTo>
                  <a:lnTo>
                    <a:pt x="422060" y="291088"/>
                  </a:lnTo>
                  <a:lnTo>
                    <a:pt x="416618" y="254917"/>
                  </a:lnTo>
                  <a:lnTo>
                    <a:pt x="351589" y="129720"/>
                  </a:lnTo>
                  <a:lnTo>
                    <a:pt x="313524" y="84857"/>
                  </a:lnTo>
                  <a:lnTo>
                    <a:pt x="297604" y="79917"/>
                  </a:lnTo>
                  <a:lnTo>
                    <a:pt x="284126" y="82590"/>
                  </a:lnTo>
                  <a:close/>
                </a:path>
              </a:pathLst>
            </a:custGeom>
            <a:ln w="10096">
              <a:solidFill>
                <a:srgbClr val="000000"/>
              </a:solidFill>
            </a:ln>
          </p:spPr>
          <p:txBody>
            <a:bodyPr wrap="square" lIns="0" tIns="0" rIns="0" bIns="0" rtlCol="0"/>
            <a:lstStyle/>
            <a:p>
              <a:endParaRPr sz="1350"/>
            </a:p>
          </p:txBody>
        </p:sp>
        <p:sp>
          <p:nvSpPr>
            <p:cNvPr id="22" name="object 22"/>
            <p:cNvSpPr/>
            <p:nvPr/>
          </p:nvSpPr>
          <p:spPr>
            <a:xfrm>
              <a:off x="8443258" y="6973159"/>
              <a:ext cx="280670" cy="279400"/>
            </a:xfrm>
            <a:custGeom>
              <a:avLst/>
              <a:gdLst/>
              <a:ahLst/>
              <a:cxnLst/>
              <a:rect l="l" t="t" r="r" b="b"/>
              <a:pathLst>
                <a:path w="280670" h="279400">
                  <a:moveTo>
                    <a:pt x="156665" y="0"/>
                  </a:moveTo>
                  <a:lnTo>
                    <a:pt x="113286" y="1520"/>
                  </a:lnTo>
                  <a:lnTo>
                    <a:pt x="71126" y="17028"/>
                  </a:lnTo>
                  <a:lnTo>
                    <a:pt x="29536" y="52656"/>
                  </a:lnTo>
                  <a:lnTo>
                    <a:pt x="4844" y="101610"/>
                  </a:lnTo>
                  <a:lnTo>
                    <a:pt x="0" y="128950"/>
                  </a:lnTo>
                  <a:lnTo>
                    <a:pt x="576" y="156280"/>
                  </a:lnTo>
                  <a:lnTo>
                    <a:pt x="17671" y="208303"/>
                  </a:lnTo>
                  <a:lnTo>
                    <a:pt x="64312" y="257630"/>
                  </a:lnTo>
                  <a:lnTo>
                    <a:pt x="129685" y="279372"/>
                  </a:lnTo>
                  <a:lnTo>
                    <a:pt x="135350" y="279372"/>
                  </a:lnTo>
                  <a:lnTo>
                    <a:pt x="140150" y="275016"/>
                  </a:lnTo>
                  <a:lnTo>
                    <a:pt x="141115" y="263243"/>
                  </a:lnTo>
                  <a:lnTo>
                    <a:pt x="136620" y="257947"/>
                  </a:lnTo>
                  <a:lnTo>
                    <a:pt x="130574" y="257452"/>
                  </a:lnTo>
                  <a:lnTo>
                    <a:pt x="102020" y="251552"/>
                  </a:lnTo>
                  <a:lnTo>
                    <a:pt x="54065" y="220908"/>
                  </a:lnTo>
                  <a:lnTo>
                    <a:pt x="27374" y="176139"/>
                  </a:lnTo>
                  <a:lnTo>
                    <a:pt x="21905" y="130589"/>
                  </a:lnTo>
                  <a:lnTo>
                    <a:pt x="25990" y="107528"/>
                  </a:lnTo>
                  <a:lnTo>
                    <a:pt x="46823" y="66212"/>
                  </a:lnTo>
                  <a:lnTo>
                    <a:pt x="81895" y="36154"/>
                  </a:lnTo>
                  <a:lnTo>
                    <a:pt x="125788" y="21745"/>
                  </a:lnTo>
                  <a:lnTo>
                    <a:pt x="148845" y="21261"/>
                  </a:lnTo>
                  <a:lnTo>
                    <a:pt x="171900" y="25347"/>
                  </a:lnTo>
                  <a:lnTo>
                    <a:pt x="213216" y="46179"/>
                  </a:lnTo>
                  <a:lnTo>
                    <a:pt x="243274" y="81252"/>
                  </a:lnTo>
                  <a:lnTo>
                    <a:pt x="256687" y="118884"/>
                  </a:lnTo>
                  <a:lnTo>
                    <a:pt x="258467" y="138811"/>
                  </a:lnTo>
                  <a:lnTo>
                    <a:pt x="256850" y="158849"/>
                  </a:lnTo>
                  <a:lnTo>
                    <a:pt x="255847" y="164818"/>
                  </a:lnTo>
                  <a:lnTo>
                    <a:pt x="259886" y="170482"/>
                  </a:lnTo>
                  <a:lnTo>
                    <a:pt x="271836" y="172476"/>
                  </a:lnTo>
                  <a:lnTo>
                    <a:pt x="277501" y="168437"/>
                  </a:lnTo>
                  <a:lnTo>
                    <a:pt x="278504" y="162468"/>
                  </a:lnTo>
                  <a:lnTo>
                    <a:pt x="280418" y="138721"/>
                  </a:lnTo>
                  <a:lnTo>
                    <a:pt x="278304" y="115099"/>
                  </a:lnTo>
                  <a:lnTo>
                    <a:pt x="272260" y="92165"/>
                  </a:lnTo>
                  <a:lnTo>
                    <a:pt x="262388" y="70482"/>
                  </a:lnTo>
                  <a:lnTo>
                    <a:pt x="234389" y="35370"/>
                  </a:lnTo>
                  <a:lnTo>
                    <a:pt x="198090" y="11579"/>
                  </a:lnTo>
                  <a:lnTo>
                    <a:pt x="156665" y="0"/>
                  </a:lnTo>
                  <a:close/>
                </a:path>
              </a:pathLst>
            </a:custGeom>
            <a:solidFill>
              <a:srgbClr val="FFFFFF"/>
            </a:solidFill>
          </p:spPr>
          <p:txBody>
            <a:bodyPr wrap="square" lIns="0" tIns="0" rIns="0" bIns="0" rtlCol="0"/>
            <a:lstStyle/>
            <a:p>
              <a:endParaRPr sz="1350"/>
            </a:p>
          </p:txBody>
        </p:sp>
        <p:pic>
          <p:nvPicPr>
            <p:cNvPr id="23" name="object 23"/>
            <p:cNvPicPr/>
            <p:nvPr/>
          </p:nvPicPr>
          <p:blipFill>
            <a:blip r:embed="rId11" cstate="print"/>
            <a:stretch>
              <a:fillRect/>
            </a:stretch>
          </p:blipFill>
          <p:spPr>
            <a:xfrm>
              <a:off x="8491759" y="7021011"/>
              <a:ext cx="183463" cy="169999"/>
            </a:xfrm>
            <a:prstGeom prst="rect">
              <a:avLst/>
            </a:prstGeom>
          </p:spPr>
        </p:pic>
      </p:grpSp>
      <p:sp>
        <p:nvSpPr>
          <p:cNvPr id="24" name="object 24"/>
          <p:cNvSpPr txBox="1"/>
          <p:nvPr/>
        </p:nvSpPr>
        <p:spPr>
          <a:xfrm>
            <a:off x="2082202" y="763506"/>
            <a:ext cx="3576161" cy="657231"/>
          </a:xfrm>
          <a:prstGeom prst="rect">
            <a:avLst/>
          </a:prstGeom>
        </p:spPr>
        <p:txBody>
          <a:bodyPr vert="horz" wrap="square" lIns="0" tIns="9525" rIns="0" bIns="0" rtlCol="0">
            <a:spAutoFit/>
          </a:bodyPr>
          <a:lstStyle/>
          <a:p>
            <a:pPr marL="9525">
              <a:spcBef>
                <a:spcPts val="75"/>
              </a:spcBef>
            </a:pPr>
            <a:r>
              <a:rPr sz="2250" b="1" spc="-8" dirty="0">
                <a:latin typeface="Calibri"/>
                <a:cs typeface="Calibri"/>
              </a:rPr>
              <a:t>Attracting</a:t>
            </a:r>
            <a:r>
              <a:rPr sz="2250" b="1" spc="-83" dirty="0">
                <a:latin typeface="Calibri"/>
                <a:cs typeface="Calibri"/>
              </a:rPr>
              <a:t> </a:t>
            </a:r>
            <a:r>
              <a:rPr sz="2250" b="1" dirty="0">
                <a:latin typeface="Calibri"/>
                <a:cs typeface="Calibri"/>
              </a:rPr>
              <a:t>Future</a:t>
            </a:r>
            <a:r>
              <a:rPr sz="2250" b="1" spc="-79" dirty="0">
                <a:latin typeface="Calibri"/>
                <a:cs typeface="Calibri"/>
              </a:rPr>
              <a:t> </a:t>
            </a:r>
            <a:r>
              <a:rPr sz="2250" b="1" spc="-8" dirty="0">
                <a:latin typeface="Calibri"/>
                <a:cs typeface="Calibri"/>
              </a:rPr>
              <a:t>Companions</a:t>
            </a:r>
            <a:endParaRPr sz="2250">
              <a:latin typeface="Calibri"/>
              <a:cs typeface="Calibri"/>
            </a:endParaRPr>
          </a:p>
          <a:p>
            <a:pPr marL="14288">
              <a:spcBef>
                <a:spcPts val="75"/>
              </a:spcBef>
            </a:pPr>
            <a:r>
              <a:rPr sz="1875" dirty="0">
                <a:latin typeface="Calibri"/>
                <a:cs typeface="Calibri"/>
              </a:rPr>
              <a:t>All</a:t>
            </a:r>
            <a:r>
              <a:rPr sz="1875" spc="-38" dirty="0">
                <a:latin typeface="Calibri"/>
                <a:cs typeface="Calibri"/>
              </a:rPr>
              <a:t> </a:t>
            </a:r>
            <a:r>
              <a:rPr sz="1875" dirty="0">
                <a:latin typeface="Calibri"/>
                <a:cs typeface="Calibri"/>
              </a:rPr>
              <a:t>Companions</a:t>
            </a:r>
            <a:r>
              <a:rPr sz="1875" spc="-34" dirty="0">
                <a:latin typeface="Calibri"/>
                <a:cs typeface="Calibri"/>
              </a:rPr>
              <a:t> </a:t>
            </a:r>
            <a:r>
              <a:rPr sz="1875" dirty="0">
                <a:latin typeface="Calibri"/>
                <a:cs typeface="Calibri"/>
              </a:rPr>
              <a:t>are</a:t>
            </a:r>
            <a:r>
              <a:rPr sz="1875" spc="-30" dirty="0">
                <a:latin typeface="Calibri"/>
                <a:cs typeface="Calibri"/>
              </a:rPr>
              <a:t> </a:t>
            </a:r>
            <a:r>
              <a:rPr sz="1875" dirty="0">
                <a:latin typeface="Calibri"/>
                <a:cs typeface="Calibri"/>
              </a:rPr>
              <a:t>RA</a:t>
            </a:r>
            <a:r>
              <a:rPr sz="1875" spc="-34" dirty="0">
                <a:latin typeface="Calibri"/>
                <a:cs typeface="Calibri"/>
              </a:rPr>
              <a:t> </a:t>
            </a:r>
            <a:r>
              <a:rPr sz="1875" spc="-8" dirty="0">
                <a:latin typeface="Calibri"/>
                <a:cs typeface="Calibri"/>
              </a:rPr>
              <a:t>Champions</a:t>
            </a:r>
            <a:endParaRPr sz="1875">
              <a:latin typeface="Calibri"/>
              <a:cs typeface="Calibri"/>
            </a:endParaRPr>
          </a:p>
        </p:txBody>
      </p:sp>
      <p:sp>
        <p:nvSpPr>
          <p:cNvPr id="25" name="object 25"/>
          <p:cNvSpPr txBox="1"/>
          <p:nvPr/>
        </p:nvSpPr>
        <p:spPr>
          <a:xfrm>
            <a:off x="7551996" y="5311477"/>
            <a:ext cx="822960" cy="315310"/>
          </a:xfrm>
          <a:prstGeom prst="rect">
            <a:avLst/>
          </a:prstGeom>
        </p:spPr>
        <p:txBody>
          <a:bodyPr vert="horz" wrap="square" lIns="0" tIns="32861" rIns="0" bIns="0" rtlCol="0">
            <a:spAutoFit/>
          </a:bodyPr>
          <a:lstStyle/>
          <a:p>
            <a:pPr marL="9525" marR="3810">
              <a:lnSpc>
                <a:spcPts val="1080"/>
              </a:lnSpc>
              <a:spcBef>
                <a:spcPts val="259"/>
              </a:spcBef>
            </a:pPr>
            <a:r>
              <a:rPr sz="1050" b="1" spc="-8" dirty="0">
                <a:solidFill>
                  <a:srgbClr val="B02E24"/>
                </a:solidFill>
                <a:latin typeface="Calibri"/>
                <a:cs typeface="Calibri"/>
                <a:hlinkClick r:id="rId5"/>
              </a:rPr>
              <a:t>Using</a:t>
            </a:r>
            <a:r>
              <a:rPr sz="1050" b="1" spc="375" dirty="0">
                <a:solidFill>
                  <a:srgbClr val="B02E24"/>
                </a:solidFill>
                <a:latin typeface="Calibri"/>
                <a:cs typeface="Calibri"/>
                <a:hlinkClick r:id="rId5"/>
              </a:rPr>
              <a:t> </a:t>
            </a:r>
            <a:r>
              <a:rPr sz="1050" b="1" spc="-8" dirty="0">
                <a:solidFill>
                  <a:srgbClr val="B02E24"/>
                </a:solidFill>
                <a:latin typeface="Calibri"/>
                <a:cs typeface="Calibri"/>
                <a:hlinkClick r:id="rId5"/>
              </a:rPr>
              <a:t>Discover </a:t>
            </a:r>
            <a:r>
              <a:rPr sz="1050" b="1" spc="-15" dirty="0">
                <a:solidFill>
                  <a:srgbClr val="B02E24"/>
                </a:solidFill>
                <a:latin typeface="Calibri"/>
                <a:cs typeface="Calibri"/>
                <a:hlinkClick r:id="rId5"/>
              </a:rPr>
              <a:t>More</a:t>
            </a:r>
            <a:endParaRPr sz="1050">
              <a:latin typeface="Calibri"/>
              <a:cs typeface="Calibri"/>
            </a:endParaRPr>
          </a:p>
        </p:txBody>
      </p:sp>
      <p:sp>
        <p:nvSpPr>
          <p:cNvPr id="26" name="object 26"/>
          <p:cNvSpPr txBox="1"/>
          <p:nvPr/>
        </p:nvSpPr>
        <p:spPr>
          <a:xfrm>
            <a:off x="9304215" y="5380286"/>
            <a:ext cx="522923" cy="171201"/>
          </a:xfrm>
          <a:prstGeom prst="rect">
            <a:avLst/>
          </a:prstGeom>
        </p:spPr>
        <p:txBody>
          <a:bodyPr vert="horz" wrap="square" lIns="0" tIns="9525" rIns="0" bIns="0" rtlCol="0">
            <a:spAutoFit/>
          </a:bodyPr>
          <a:lstStyle/>
          <a:p>
            <a:pPr marL="9525">
              <a:spcBef>
                <a:spcPts val="75"/>
              </a:spcBef>
            </a:pPr>
            <a:r>
              <a:rPr sz="1050" b="1" dirty="0">
                <a:solidFill>
                  <a:srgbClr val="B02E24"/>
                </a:solidFill>
                <a:latin typeface="Calibri"/>
                <a:cs typeface="Calibri"/>
                <a:hlinkClick r:id="rId7"/>
              </a:rPr>
              <a:t>Why</a:t>
            </a:r>
            <a:r>
              <a:rPr sz="1050" b="1" spc="-38" dirty="0">
                <a:solidFill>
                  <a:srgbClr val="B02E24"/>
                </a:solidFill>
                <a:latin typeface="Calibri"/>
                <a:cs typeface="Calibri"/>
                <a:hlinkClick r:id="rId7"/>
              </a:rPr>
              <a:t> </a:t>
            </a:r>
            <a:r>
              <a:rPr sz="1050" b="1" spc="-15" dirty="0">
                <a:solidFill>
                  <a:srgbClr val="B02E24"/>
                </a:solidFill>
                <a:latin typeface="Calibri"/>
                <a:cs typeface="Calibri"/>
                <a:hlinkClick r:id="rId7"/>
              </a:rPr>
              <a:t>Join</a:t>
            </a:r>
            <a:endParaRPr sz="1050">
              <a:latin typeface="Calibri"/>
              <a:cs typeface="Calibri"/>
            </a:endParaRPr>
          </a:p>
        </p:txBody>
      </p:sp>
      <p:sp>
        <p:nvSpPr>
          <p:cNvPr id="27" name="object 27"/>
          <p:cNvSpPr txBox="1"/>
          <p:nvPr/>
        </p:nvSpPr>
        <p:spPr>
          <a:xfrm>
            <a:off x="10720392" y="5380286"/>
            <a:ext cx="898684" cy="171201"/>
          </a:xfrm>
          <a:prstGeom prst="rect">
            <a:avLst/>
          </a:prstGeom>
        </p:spPr>
        <p:txBody>
          <a:bodyPr vert="horz" wrap="square" lIns="0" tIns="9525" rIns="0" bIns="0" rtlCol="0">
            <a:spAutoFit/>
          </a:bodyPr>
          <a:lstStyle/>
          <a:p>
            <a:pPr marL="9525">
              <a:spcBef>
                <a:spcPts val="75"/>
              </a:spcBef>
            </a:pPr>
            <a:r>
              <a:rPr sz="1050" b="1" dirty="0">
                <a:solidFill>
                  <a:srgbClr val="B02E24"/>
                </a:solidFill>
                <a:latin typeface="Calibri"/>
                <a:cs typeface="Calibri"/>
                <a:hlinkClick r:id="rId9"/>
              </a:rPr>
              <a:t>What</a:t>
            </a:r>
            <a:r>
              <a:rPr sz="1050" b="1" spc="-19" dirty="0">
                <a:solidFill>
                  <a:srgbClr val="B02E24"/>
                </a:solidFill>
                <a:latin typeface="Calibri"/>
                <a:cs typeface="Calibri"/>
                <a:hlinkClick r:id="rId9"/>
              </a:rPr>
              <a:t> </a:t>
            </a:r>
            <a:r>
              <a:rPr sz="1050" b="1" dirty="0">
                <a:solidFill>
                  <a:srgbClr val="B02E24"/>
                </a:solidFill>
                <a:latin typeface="Calibri"/>
                <a:cs typeface="Calibri"/>
                <a:hlinkClick r:id="rId9"/>
              </a:rPr>
              <a:t>not</a:t>
            </a:r>
            <a:r>
              <a:rPr sz="1050" b="1" spc="-19" dirty="0">
                <a:solidFill>
                  <a:srgbClr val="B02E24"/>
                </a:solidFill>
                <a:latin typeface="Calibri"/>
                <a:cs typeface="Calibri"/>
                <a:hlinkClick r:id="rId9"/>
              </a:rPr>
              <a:t> </a:t>
            </a:r>
            <a:r>
              <a:rPr sz="1050" b="1" dirty="0">
                <a:solidFill>
                  <a:srgbClr val="B02E24"/>
                </a:solidFill>
                <a:latin typeface="Calibri"/>
                <a:cs typeface="Calibri"/>
                <a:hlinkClick r:id="rId9"/>
              </a:rPr>
              <a:t>to</a:t>
            </a:r>
            <a:r>
              <a:rPr sz="1050" b="1" spc="-19" dirty="0">
                <a:solidFill>
                  <a:srgbClr val="B02E24"/>
                </a:solidFill>
                <a:latin typeface="Calibri"/>
                <a:cs typeface="Calibri"/>
                <a:hlinkClick r:id="rId9"/>
              </a:rPr>
              <a:t> say</a:t>
            </a:r>
            <a:endParaRPr sz="1050">
              <a:latin typeface="Calibri"/>
              <a:cs typeface="Calibri"/>
            </a:endParaRPr>
          </a:p>
        </p:txBody>
      </p:sp>
      <p:sp>
        <p:nvSpPr>
          <p:cNvPr id="28" name="object 28"/>
          <p:cNvSpPr txBox="1"/>
          <p:nvPr/>
        </p:nvSpPr>
        <p:spPr>
          <a:xfrm>
            <a:off x="5253456" y="5172875"/>
            <a:ext cx="1533525" cy="527067"/>
          </a:xfrm>
          <a:prstGeom prst="rect">
            <a:avLst/>
          </a:prstGeom>
        </p:spPr>
        <p:txBody>
          <a:bodyPr vert="horz" wrap="square" lIns="0" tIns="64770" rIns="0" bIns="0" rtlCol="0">
            <a:spAutoFit/>
          </a:bodyPr>
          <a:lstStyle/>
          <a:p>
            <a:pPr marL="61436" marR="422434">
              <a:lnSpc>
                <a:spcPts val="1185"/>
              </a:lnSpc>
              <a:spcBef>
                <a:spcPts val="510"/>
              </a:spcBef>
            </a:pPr>
            <a:r>
              <a:rPr sz="1163" b="1" dirty="0">
                <a:solidFill>
                  <a:srgbClr val="FFFFFF"/>
                </a:solidFill>
                <a:latin typeface="Calibri"/>
                <a:cs typeface="Calibri"/>
              </a:rPr>
              <a:t>CLICK</a:t>
            </a:r>
            <a:r>
              <a:rPr sz="1163" b="1" spc="23" dirty="0">
                <a:solidFill>
                  <a:srgbClr val="FFFFFF"/>
                </a:solidFill>
                <a:latin typeface="Calibri"/>
                <a:cs typeface="Calibri"/>
              </a:rPr>
              <a:t> </a:t>
            </a:r>
            <a:r>
              <a:rPr sz="1163" b="1" dirty="0">
                <a:solidFill>
                  <a:srgbClr val="FFFFFF"/>
                </a:solidFill>
                <a:latin typeface="Calibri"/>
                <a:cs typeface="Calibri"/>
              </a:rPr>
              <a:t>PDF</a:t>
            </a:r>
            <a:r>
              <a:rPr sz="1163" b="1" spc="26" dirty="0">
                <a:solidFill>
                  <a:srgbClr val="FFFFFF"/>
                </a:solidFill>
                <a:latin typeface="Calibri"/>
                <a:cs typeface="Calibri"/>
              </a:rPr>
              <a:t> </a:t>
            </a:r>
            <a:r>
              <a:rPr sz="1163" b="1" spc="-15" dirty="0">
                <a:solidFill>
                  <a:srgbClr val="FFFFFF"/>
                </a:solidFill>
                <a:latin typeface="Calibri"/>
                <a:cs typeface="Calibri"/>
              </a:rPr>
              <a:t>icon</a:t>
            </a:r>
            <a:r>
              <a:rPr sz="1163" b="1" dirty="0">
                <a:solidFill>
                  <a:srgbClr val="FFFFFF"/>
                </a:solidFill>
                <a:latin typeface="Calibri"/>
                <a:cs typeface="Calibri"/>
              </a:rPr>
              <a:t> to</a:t>
            </a:r>
            <a:r>
              <a:rPr sz="1163" b="1" spc="23" dirty="0">
                <a:solidFill>
                  <a:srgbClr val="FFFFFF"/>
                </a:solidFill>
                <a:latin typeface="Calibri"/>
                <a:cs typeface="Calibri"/>
              </a:rPr>
              <a:t> </a:t>
            </a:r>
            <a:r>
              <a:rPr sz="1163" b="1" dirty="0">
                <a:solidFill>
                  <a:srgbClr val="FFFFFF"/>
                </a:solidFill>
                <a:latin typeface="Calibri"/>
                <a:cs typeface="Calibri"/>
              </a:rPr>
              <a:t>download</a:t>
            </a:r>
            <a:r>
              <a:rPr sz="1163" b="1" spc="23" dirty="0">
                <a:solidFill>
                  <a:srgbClr val="FFFFFF"/>
                </a:solidFill>
                <a:latin typeface="Calibri"/>
                <a:cs typeface="Calibri"/>
              </a:rPr>
              <a:t> </a:t>
            </a:r>
            <a:r>
              <a:rPr sz="1163" b="1" spc="-19" dirty="0">
                <a:solidFill>
                  <a:srgbClr val="FFFFFF"/>
                </a:solidFill>
                <a:latin typeface="Calibri"/>
                <a:cs typeface="Calibri"/>
              </a:rPr>
              <a:t>the </a:t>
            </a:r>
            <a:r>
              <a:rPr sz="1163" b="1" dirty="0">
                <a:solidFill>
                  <a:srgbClr val="FFFFFF"/>
                </a:solidFill>
                <a:latin typeface="Calibri"/>
                <a:cs typeface="Calibri"/>
              </a:rPr>
              <a:t>support</a:t>
            </a:r>
            <a:r>
              <a:rPr sz="1163" b="1" spc="41" dirty="0">
                <a:solidFill>
                  <a:srgbClr val="FFFFFF"/>
                </a:solidFill>
                <a:latin typeface="Calibri"/>
                <a:cs typeface="Calibri"/>
              </a:rPr>
              <a:t> </a:t>
            </a:r>
            <a:r>
              <a:rPr sz="1163" b="1" spc="-8" dirty="0">
                <a:solidFill>
                  <a:srgbClr val="FFFFFF"/>
                </a:solidFill>
                <a:latin typeface="Calibri"/>
                <a:cs typeface="Calibri"/>
              </a:rPr>
              <a:t>material</a:t>
            </a:r>
            <a:endParaRPr sz="1163">
              <a:latin typeface="Calibri"/>
              <a:cs typeface="Calibri"/>
            </a:endParaRPr>
          </a:p>
        </p:txBody>
      </p:sp>
      <p:sp>
        <p:nvSpPr>
          <p:cNvPr id="29" name="object 29"/>
          <p:cNvSpPr txBox="1"/>
          <p:nvPr/>
        </p:nvSpPr>
        <p:spPr>
          <a:xfrm>
            <a:off x="6324601" y="397470"/>
            <a:ext cx="5294471" cy="1452321"/>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Why</a:t>
            </a:r>
            <a:r>
              <a:rPr sz="1500" spc="-38" dirty="0">
                <a:latin typeface="Calibri"/>
                <a:cs typeface="Calibri"/>
              </a:rPr>
              <a:t> </a:t>
            </a:r>
            <a:r>
              <a:rPr sz="1500" dirty="0">
                <a:latin typeface="Calibri"/>
                <a:cs typeface="Calibri"/>
              </a:rPr>
              <a:t>Join</a:t>
            </a:r>
            <a:r>
              <a:rPr sz="1500" spc="-38" dirty="0">
                <a:latin typeface="Calibri"/>
                <a:cs typeface="Calibri"/>
              </a:rPr>
              <a:t> </a:t>
            </a:r>
            <a:r>
              <a:rPr sz="1500" dirty="0">
                <a:latin typeface="Calibri"/>
                <a:cs typeface="Calibri"/>
              </a:rPr>
              <a:t>&amp;</a:t>
            </a:r>
            <a:r>
              <a:rPr sz="1500" spc="-38" dirty="0">
                <a:latin typeface="Calibri"/>
                <a:cs typeface="Calibri"/>
              </a:rPr>
              <a:t> </a:t>
            </a:r>
            <a:r>
              <a:rPr sz="1500" dirty="0">
                <a:latin typeface="Calibri"/>
                <a:cs typeface="Calibri"/>
              </a:rPr>
              <a:t>Discover</a:t>
            </a:r>
            <a:r>
              <a:rPr sz="1500" spc="-38" dirty="0">
                <a:latin typeface="Calibri"/>
                <a:cs typeface="Calibri"/>
              </a:rPr>
              <a:t> </a:t>
            </a:r>
            <a:r>
              <a:rPr sz="1500" dirty="0">
                <a:latin typeface="Calibri"/>
                <a:cs typeface="Calibri"/>
              </a:rPr>
              <a:t>More</a:t>
            </a:r>
            <a:r>
              <a:rPr sz="1500" spc="-34" dirty="0">
                <a:latin typeface="Calibri"/>
                <a:cs typeface="Calibri"/>
              </a:rPr>
              <a:t> </a:t>
            </a:r>
            <a:r>
              <a:rPr sz="1500" dirty="0">
                <a:latin typeface="Calibri"/>
                <a:cs typeface="Calibri"/>
              </a:rPr>
              <a:t>are</a:t>
            </a:r>
            <a:r>
              <a:rPr sz="1500" spc="-34" dirty="0">
                <a:latin typeface="Calibri"/>
                <a:cs typeface="Calibri"/>
              </a:rPr>
              <a:t> </a:t>
            </a:r>
            <a:r>
              <a:rPr sz="1500" dirty="0">
                <a:latin typeface="Calibri"/>
                <a:cs typeface="Calibri"/>
              </a:rPr>
              <a:t>two</a:t>
            </a:r>
            <a:r>
              <a:rPr sz="1500" spc="-41" dirty="0">
                <a:latin typeface="Calibri"/>
                <a:cs typeface="Calibri"/>
              </a:rPr>
              <a:t> </a:t>
            </a:r>
            <a:r>
              <a:rPr sz="1500" spc="-8" dirty="0">
                <a:latin typeface="Calibri"/>
                <a:cs typeface="Calibri"/>
              </a:rPr>
              <a:t>functional</a:t>
            </a:r>
            <a:r>
              <a:rPr sz="1500" spc="-38" dirty="0">
                <a:latin typeface="Calibri"/>
                <a:cs typeface="Calibri"/>
              </a:rPr>
              <a:t> </a:t>
            </a:r>
            <a:r>
              <a:rPr sz="1500" dirty="0">
                <a:latin typeface="Calibri"/>
                <a:cs typeface="Calibri"/>
              </a:rPr>
              <a:t>support</a:t>
            </a:r>
            <a:r>
              <a:rPr sz="1500" spc="-38" dirty="0">
                <a:latin typeface="Calibri"/>
                <a:cs typeface="Calibri"/>
              </a:rPr>
              <a:t> </a:t>
            </a:r>
            <a:r>
              <a:rPr sz="1500" spc="-8" dirty="0">
                <a:latin typeface="Calibri"/>
                <a:cs typeface="Calibri"/>
              </a:rPr>
              <a:t>materials,</a:t>
            </a:r>
            <a:r>
              <a:rPr sz="1500" spc="375" dirty="0">
                <a:latin typeface="Calibri"/>
                <a:cs typeface="Calibri"/>
              </a:rPr>
              <a:t> </a:t>
            </a:r>
            <a:r>
              <a:rPr sz="1500" dirty="0">
                <a:latin typeface="Calibri"/>
                <a:cs typeface="Calibri"/>
              </a:rPr>
              <a:t>and</a:t>
            </a:r>
            <a:r>
              <a:rPr sz="1500" spc="-34" dirty="0">
                <a:latin typeface="Calibri"/>
                <a:cs typeface="Calibri"/>
              </a:rPr>
              <a:t> </a:t>
            </a:r>
            <a:r>
              <a:rPr sz="1500" dirty="0">
                <a:latin typeface="Calibri"/>
                <a:cs typeface="Calibri"/>
              </a:rPr>
              <a:t>no</a:t>
            </a:r>
            <a:r>
              <a:rPr sz="1500" spc="-34" dirty="0">
                <a:latin typeface="Calibri"/>
                <a:cs typeface="Calibri"/>
              </a:rPr>
              <a:t> </a:t>
            </a:r>
            <a:r>
              <a:rPr sz="1500" spc="-8" dirty="0">
                <a:latin typeface="Calibri"/>
                <a:cs typeface="Calibri"/>
              </a:rPr>
              <a:t>matter</a:t>
            </a:r>
            <a:r>
              <a:rPr sz="1500" spc="-30" dirty="0">
                <a:latin typeface="Calibri"/>
                <a:cs typeface="Calibri"/>
              </a:rPr>
              <a:t> </a:t>
            </a:r>
            <a:r>
              <a:rPr sz="1500" dirty="0">
                <a:latin typeface="Calibri"/>
                <a:cs typeface="Calibri"/>
              </a:rPr>
              <a:t>how</a:t>
            </a:r>
            <a:r>
              <a:rPr sz="1500" spc="-30" dirty="0">
                <a:latin typeface="Calibri"/>
                <a:cs typeface="Calibri"/>
              </a:rPr>
              <a:t> </a:t>
            </a:r>
            <a:r>
              <a:rPr sz="1500" spc="-8" dirty="0">
                <a:latin typeface="Calibri"/>
                <a:cs typeface="Calibri"/>
              </a:rPr>
              <a:t>experienced</a:t>
            </a:r>
            <a:r>
              <a:rPr sz="1500" spc="-34" dirty="0">
                <a:latin typeface="Calibri"/>
                <a:cs typeface="Calibri"/>
              </a:rPr>
              <a:t> </a:t>
            </a:r>
            <a:r>
              <a:rPr sz="1500" dirty="0">
                <a:latin typeface="Calibri"/>
                <a:cs typeface="Calibri"/>
              </a:rPr>
              <a:t>a</a:t>
            </a:r>
            <a:r>
              <a:rPr sz="1500" spc="-34" dirty="0">
                <a:latin typeface="Calibri"/>
                <a:cs typeface="Calibri"/>
              </a:rPr>
              <a:t> </a:t>
            </a:r>
            <a:r>
              <a:rPr sz="1500" dirty="0">
                <a:latin typeface="Calibri"/>
                <a:cs typeface="Calibri"/>
              </a:rPr>
              <a:t>Companion</a:t>
            </a:r>
            <a:r>
              <a:rPr sz="1500" spc="-34" dirty="0">
                <a:latin typeface="Calibri"/>
                <a:cs typeface="Calibri"/>
              </a:rPr>
              <a:t> </a:t>
            </a:r>
            <a:r>
              <a:rPr sz="1500" dirty="0">
                <a:latin typeface="Calibri"/>
                <a:cs typeface="Calibri"/>
              </a:rPr>
              <a:t>you</a:t>
            </a:r>
            <a:r>
              <a:rPr sz="1500" spc="-34" dirty="0">
                <a:latin typeface="Calibri"/>
                <a:cs typeface="Calibri"/>
              </a:rPr>
              <a:t> </a:t>
            </a:r>
            <a:r>
              <a:rPr sz="1500" dirty="0">
                <a:latin typeface="Calibri"/>
                <a:cs typeface="Calibri"/>
              </a:rPr>
              <a:t>are,</a:t>
            </a:r>
            <a:r>
              <a:rPr sz="1500" spc="-30" dirty="0">
                <a:latin typeface="Calibri"/>
                <a:cs typeface="Calibri"/>
              </a:rPr>
              <a:t> </a:t>
            </a:r>
            <a:r>
              <a:rPr sz="1500" dirty="0">
                <a:latin typeface="Calibri"/>
                <a:cs typeface="Calibri"/>
              </a:rPr>
              <a:t>utilising</a:t>
            </a:r>
            <a:r>
              <a:rPr sz="1500" spc="-30" dirty="0">
                <a:latin typeface="Calibri"/>
                <a:cs typeface="Calibri"/>
              </a:rPr>
              <a:t> </a:t>
            </a:r>
            <a:r>
              <a:rPr sz="1500" spc="-19" dirty="0">
                <a:latin typeface="Calibri"/>
                <a:cs typeface="Calibri"/>
              </a:rPr>
              <a:t>the </a:t>
            </a:r>
            <a:r>
              <a:rPr sz="1500" spc="-8" dirty="0">
                <a:latin typeface="Calibri"/>
                <a:cs typeface="Calibri"/>
              </a:rPr>
              <a:t>resources</a:t>
            </a:r>
            <a:r>
              <a:rPr sz="1500" spc="-45" dirty="0">
                <a:latin typeface="Calibri"/>
                <a:cs typeface="Calibri"/>
              </a:rPr>
              <a:t> </a:t>
            </a:r>
            <a:r>
              <a:rPr sz="1500" dirty="0">
                <a:latin typeface="Calibri"/>
                <a:cs typeface="Calibri"/>
              </a:rPr>
              <a:t>in</a:t>
            </a:r>
            <a:r>
              <a:rPr sz="1500" spc="-41"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Engage</a:t>
            </a:r>
            <a:r>
              <a:rPr sz="1500" spc="-38" dirty="0">
                <a:latin typeface="Calibri"/>
                <a:cs typeface="Calibri"/>
              </a:rPr>
              <a:t> </a:t>
            </a:r>
            <a:r>
              <a:rPr sz="1500" dirty="0">
                <a:latin typeface="Calibri"/>
                <a:cs typeface="Calibri"/>
              </a:rPr>
              <a:t>Hub,</a:t>
            </a:r>
            <a:r>
              <a:rPr sz="1500" spc="-41" dirty="0">
                <a:latin typeface="Calibri"/>
                <a:cs typeface="Calibri"/>
              </a:rPr>
              <a:t> </a:t>
            </a:r>
            <a:r>
              <a:rPr sz="1500" dirty="0">
                <a:latin typeface="Calibri"/>
                <a:cs typeface="Calibri"/>
              </a:rPr>
              <a:t>which</a:t>
            </a:r>
            <a:r>
              <a:rPr sz="1500" spc="-41" dirty="0">
                <a:latin typeface="Calibri"/>
                <a:cs typeface="Calibri"/>
              </a:rPr>
              <a:t> </a:t>
            </a:r>
            <a:r>
              <a:rPr sz="1500" spc="-8" dirty="0">
                <a:latin typeface="Calibri"/>
                <a:cs typeface="Calibri"/>
              </a:rPr>
              <a:t>relate</a:t>
            </a:r>
            <a:r>
              <a:rPr sz="1500" spc="-38"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further</a:t>
            </a:r>
            <a:r>
              <a:rPr sz="1500" spc="-38" dirty="0">
                <a:latin typeface="Calibri"/>
                <a:cs typeface="Calibri"/>
              </a:rPr>
              <a:t> </a:t>
            </a:r>
            <a:r>
              <a:rPr sz="1500" dirty="0">
                <a:latin typeface="Calibri"/>
                <a:cs typeface="Calibri"/>
              </a:rPr>
              <a:t>learning</a:t>
            </a:r>
            <a:r>
              <a:rPr sz="1500" spc="-41" dirty="0">
                <a:latin typeface="Calibri"/>
                <a:cs typeface="Calibri"/>
              </a:rPr>
              <a:t> </a:t>
            </a:r>
            <a:r>
              <a:rPr sz="1500" spc="-19" dirty="0">
                <a:latin typeface="Calibri"/>
                <a:cs typeface="Calibri"/>
              </a:rPr>
              <a:t>and </a:t>
            </a:r>
            <a:r>
              <a:rPr sz="1500" dirty="0">
                <a:latin typeface="Calibri"/>
                <a:cs typeface="Calibri"/>
              </a:rPr>
              <a:t>mentoring</a:t>
            </a:r>
            <a:r>
              <a:rPr sz="1500" spc="-49" dirty="0">
                <a:latin typeface="Calibri"/>
                <a:cs typeface="Calibri"/>
              </a:rPr>
              <a:t> </a:t>
            </a:r>
            <a:r>
              <a:rPr sz="1500" dirty="0">
                <a:latin typeface="Calibri"/>
                <a:cs typeface="Calibri"/>
              </a:rPr>
              <a:t>about</a:t>
            </a:r>
            <a:r>
              <a:rPr sz="1500" spc="-49" dirty="0">
                <a:latin typeface="Calibri"/>
                <a:cs typeface="Calibri"/>
              </a:rPr>
              <a:t> </a:t>
            </a:r>
            <a:r>
              <a:rPr sz="1500" dirty="0">
                <a:latin typeface="Calibri"/>
                <a:cs typeface="Calibri"/>
              </a:rPr>
              <a:t>the</a:t>
            </a:r>
            <a:r>
              <a:rPr sz="1500" spc="-49" dirty="0">
                <a:latin typeface="Calibri"/>
                <a:cs typeface="Calibri"/>
              </a:rPr>
              <a:t> </a:t>
            </a:r>
            <a:r>
              <a:rPr sz="1500" spc="-8" dirty="0">
                <a:latin typeface="Calibri"/>
                <a:cs typeface="Calibri"/>
              </a:rPr>
              <a:t>Royal</a:t>
            </a:r>
            <a:r>
              <a:rPr sz="1500" spc="-49" dirty="0">
                <a:latin typeface="Calibri"/>
                <a:cs typeface="Calibri"/>
              </a:rPr>
              <a:t> </a:t>
            </a:r>
            <a:r>
              <a:rPr sz="1500" dirty="0">
                <a:latin typeface="Calibri"/>
                <a:cs typeface="Calibri"/>
              </a:rPr>
              <a:t>Arch</a:t>
            </a:r>
            <a:r>
              <a:rPr sz="1500" spc="-53" dirty="0">
                <a:latin typeface="Calibri"/>
                <a:cs typeface="Calibri"/>
              </a:rPr>
              <a:t> </a:t>
            </a:r>
            <a:r>
              <a:rPr sz="1500" dirty="0">
                <a:latin typeface="Calibri"/>
                <a:cs typeface="Calibri"/>
              </a:rPr>
              <a:t>(including</a:t>
            </a:r>
            <a:r>
              <a:rPr sz="1500" spc="-45" dirty="0">
                <a:latin typeface="Calibri"/>
                <a:cs typeface="Calibri"/>
              </a:rPr>
              <a:t> </a:t>
            </a:r>
            <a:r>
              <a:rPr sz="1500" dirty="0">
                <a:latin typeface="Calibri"/>
                <a:cs typeface="Calibri"/>
              </a:rPr>
              <a:t>the</a:t>
            </a:r>
            <a:r>
              <a:rPr sz="1500" spc="-49" dirty="0">
                <a:latin typeface="Calibri"/>
                <a:cs typeface="Calibri"/>
              </a:rPr>
              <a:t> </a:t>
            </a:r>
            <a:r>
              <a:rPr sz="1500" spc="-8" dirty="0">
                <a:latin typeface="Calibri"/>
                <a:cs typeface="Calibri"/>
              </a:rPr>
              <a:t>Welcome</a:t>
            </a:r>
            <a:r>
              <a:rPr sz="1500" spc="-45" dirty="0">
                <a:latin typeface="Calibri"/>
                <a:cs typeface="Calibri"/>
              </a:rPr>
              <a:t> </a:t>
            </a:r>
            <a:r>
              <a:rPr sz="1500" spc="-8" dirty="0">
                <a:latin typeface="Calibri"/>
                <a:cs typeface="Calibri"/>
              </a:rPr>
              <a:t>Companion </a:t>
            </a:r>
            <a:r>
              <a:rPr sz="1500" dirty="0">
                <a:latin typeface="Calibri"/>
                <a:cs typeface="Calibri"/>
              </a:rPr>
              <a:t>Booklet),</a:t>
            </a:r>
            <a:r>
              <a:rPr sz="1500" spc="-34" dirty="0">
                <a:latin typeface="Calibri"/>
                <a:cs typeface="Calibri"/>
              </a:rPr>
              <a:t> </a:t>
            </a:r>
            <a:r>
              <a:rPr sz="1500" dirty="0">
                <a:latin typeface="Calibri"/>
                <a:cs typeface="Calibri"/>
              </a:rPr>
              <a:t>will</a:t>
            </a:r>
            <a:r>
              <a:rPr sz="1500" spc="-38" dirty="0">
                <a:latin typeface="Calibri"/>
                <a:cs typeface="Calibri"/>
              </a:rPr>
              <a:t> </a:t>
            </a:r>
            <a:r>
              <a:rPr sz="1500" dirty="0">
                <a:latin typeface="Calibri"/>
                <a:cs typeface="Calibri"/>
              </a:rPr>
              <a:t>ensure</a:t>
            </a:r>
            <a:r>
              <a:rPr sz="1500" spc="-34"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basis</a:t>
            </a:r>
            <a:r>
              <a:rPr sz="1500" spc="-38"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your</a:t>
            </a:r>
            <a:r>
              <a:rPr sz="1500" spc="-34" dirty="0">
                <a:latin typeface="Calibri"/>
                <a:cs typeface="Calibri"/>
              </a:rPr>
              <a:t> </a:t>
            </a:r>
            <a:r>
              <a:rPr sz="1500" dirty="0">
                <a:latin typeface="Calibri"/>
                <a:cs typeface="Calibri"/>
              </a:rPr>
              <a:t>knowledge</a:t>
            </a:r>
            <a:r>
              <a:rPr sz="1500" spc="-30" dirty="0">
                <a:latin typeface="Calibri"/>
                <a:cs typeface="Calibri"/>
              </a:rPr>
              <a:t> </a:t>
            </a:r>
            <a:r>
              <a:rPr sz="1500" dirty="0">
                <a:latin typeface="Calibri"/>
                <a:cs typeface="Calibri"/>
              </a:rPr>
              <a:t>is</a:t>
            </a:r>
            <a:r>
              <a:rPr sz="1500" spc="-38" dirty="0">
                <a:latin typeface="Calibri"/>
                <a:cs typeface="Calibri"/>
              </a:rPr>
              <a:t> </a:t>
            </a:r>
            <a:r>
              <a:rPr sz="1500" spc="-8" dirty="0">
                <a:latin typeface="Calibri"/>
                <a:cs typeface="Calibri"/>
              </a:rPr>
              <a:t>enhanced.</a:t>
            </a:r>
            <a:endParaRPr sz="1500">
              <a:latin typeface="Calibri"/>
              <a:cs typeface="Calibri"/>
            </a:endParaRPr>
          </a:p>
        </p:txBody>
      </p:sp>
      <p:sp>
        <p:nvSpPr>
          <p:cNvPr id="30" name="object 30"/>
          <p:cNvSpPr txBox="1"/>
          <p:nvPr/>
        </p:nvSpPr>
        <p:spPr>
          <a:xfrm>
            <a:off x="6324600" y="2016720"/>
            <a:ext cx="5440204" cy="1452321"/>
          </a:xfrm>
          <a:prstGeom prst="rect">
            <a:avLst/>
          </a:prstGeom>
        </p:spPr>
        <p:txBody>
          <a:bodyPr vert="horz" wrap="square" lIns="0" tIns="9525" rIns="0" bIns="0" rtlCol="0">
            <a:spAutoFit/>
          </a:bodyPr>
          <a:lstStyle/>
          <a:p>
            <a:pPr marL="9525" marR="3810">
              <a:lnSpc>
                <a:spcPct val="125000"/>
              </a:lnSpc>
              <a:spcBef>
                <a:spcPts val="75"/>
              </a:spcBef>
            </a:pPr>
            <a:r>
              <a:rPr sz="1500" b="1" dirty="0">
                <a:solidFill>
                  <a:srgbClr val="B02E24"/>
                </a:solidFill>
                <a:latin typeface="Calibri"/>
                <a:cs typeface="Calibri"/>
              </a:rPr>
              <a:t>Knowing</a:t>
            </a:r>
            <a:r>
              <a:rPr sz="1500" b="1" spc="-34" dirty="0">
                <a:solidFill>
                  <a:srgbClr val="B02E24"/>
                </a:solidFill>
                <a:latin typeface="Calibri"/>
                <a:cs typeface="Calibri"/>
              </a:rPr>
              <a:t> </a:t>
            </a:r>
            <a:r>
              <a:rPr sz="1500" b="1" dirty="0">
                <a:solidFill>
                  <a:srgbClr val="B02E24"/>
                </a:solidFill>
                <a:latin typeface="Calibri"/>
                <a:cs typeface="Calibri"/>
              </a:rPr>
              <a:t>what</a:t>
            </a:r>
            <a:r>
              <a:rPr sz="1500" b="1" spc="-26" dirty="0">
                <a:solidFill>
                  <a:srgbClr val="B02E24"/>
                </a:solidFill>
                <a:latin typeface="Calibri"/>
                <a:cs typeface="Calibri"/>
              </a:rPr>
              <a:t> </a:t>
            </a:r>
            <a:r>
              <a:rPr sz="1500" b="1" dirty="0">
                <a:solidFill>
                  <a:srgbClr val="B02E24"/>
                </a:solidFill>
                <a:latin typeface="Calibri"/>
                <a:cs typeface="Calibri"/>
              </a:rPr>
              <a:t>not</a:t>
            </a:r>
            <a:r>
              <a:rPr sz="1500" b="1" spc="-26" dirty="0">
                <a:solidFill>
                  <a:srgbClr val="B02E24"/>
                </a:solidFill>
                <a:latin typeface="Calibri"/>
                <a:cs typeface="Calibri"/>
              </a:rPr>
              <a:t> </a:t>
            </a:r>
            <a:r>
              <a:rPr sz="1500" b="1" dirty="0">
                <a:solidFill>
                  <a:srgbClr val="B02E24"/>
                </a:solidFill>
                <a:latin typeface="Calibri"/>
                <a:cs typeface="Calibri"/>
              </a:rPr>
              <a:t>to</a:t>
            </a:r>
            <a:r>
              <a:rPr sz="1500" b="1" spc="-30" dirty="0">
                <a:solidFill>
                  <a:srgbClr val="B02E24"/>
                </a:solidFill>
                <a:latin typeface="Calibri"/>
                <a:cs typeface="Calibri"/>
              </a:rPr>
              <a:t> </a:t>
            </a:r>
            <a:r>
              <a:rPr sz="1500" b="1" dirty="0">
                <a:solidFill>
                  <a:srgbClr val="B02E24"/>
                </a:solidFill>
                <a:latin typeface="Calibri"/>
                <a:cs typeface="Calibri"/>
              </a:rPr>
              <a:t>say</a:t>
            </a:r>
            <a:r>
              <a:rPr sz="1500" b="1" spc="-26" dirty="0">
                <a:solidFill>
                  <a:srgbClr val="B02E24"/>
                </a:solidFill>
                <a:latin typeface="Calibri"/>
                <a:cs typeface="Calibri"/>
              </a:rPr>
              <a:t> </a:t>
            </a:r>
            <a:r>
              <a:rPr sz="1500" b="1" dirty="0">
                <a:solidFill>
                  <a:srgbClr val="B02E24"/>
                </a:solidFill>
                <a:latin typeface="Calibri"/>
                <a:cs typeface="Calibri"/>
              </a:rPr>
              <a:t>is</a:t>
            </a:r>
            <a:r>
              <a:rPr sz="1500" b="1" spc="-26" dirty="0">
                <a:solidFill>
                  <a:srgbClr val="B02E24"/>
                </a:solidFill>
                <a:latin typeface="Calibri"/>
                <a:cs typeface="Calibri"/>
              </a:rPr>
              <a:t> </a:t>
            </a:r>
            <a:r>
              <a:rPr sz="1500" b="1" dirty="0">
                <a:solidFill>
                  <a:srgbClr val="B02E24"/>
                </a:solidFill>
                <a:latin typeface="Calibri"/>
                <a:cs typeface="Calibri"/>
              </a:rPr>
              <a:t>also</a:t>
            </a:r>
            <a:r>
              <a:rPr sz="1500" b="1" spc="-30" dirty="0">
                <a:solidFill>
                  <a:srgbClr val="B02E24"/>
                </a:solidFill>
                <a:latin typeface="Calibri"/>
                <a:cs typeface="Calibri"/>
              </a:rPr>
              <a:t> </a:t>
            </a:r>
            <a:r>
              <a:rPr sz="1500" b="1" dirty="0">
                <a:solidFill>
                  <a:srgbClr val="B02E24"/>
                </a:solidFill>
                <a:latin typeface="Calibri"/>
                <a:cs typeface="Calibri"/>
              </a:rPr>
              <a:t>essential</a:t>
            </a:r>
            <a:r>
              <a:rPr sz="1500" dirty="0">
                <a:latin typeface="Calibri"/>
                <a:cs typeface="Calibri"/>
              </a:rPr>
              <a:t>.</a:t>
            </a:r>
            <a:r>
              <a:rPr sz="1500" spc="-30" dirty="0">
                <a:latin typeface="Calibri"/>
                <a:cs typeface="Calibri"/>
              </a:rPr>
              <a:t> </a:t>
            </a:r>
            <a:r>
              <a:rPr sz="1500" spc="-8" dirty="0">
                <a:latin typeface="Calibri"/>
                <a:cs typeface="Calibri"/>
              </a:rPr>
              <a:t>Phrases</a:t>
            </a:r>
            <a:r>
              <a:rPr sz="1500" spc="-30" dirty="0">
                <a:latin typeface="Calibri"/>
                <a:cs typeface="Calibri"/>
              </a:rPr>
              <a:t> </a:t>
            </a:r>
            <a:r>
              <a:rPr sz="1500" dirty="0">
                <a:latin typeface="Calibri"/>
                <a:cs typeface="Calibri"/>
              </a:rPr>
              <a:t>and</a:t>
            </a:r>
            <a:r>
              <a:rPr sz="1500" spc="-34" dirty="0">
                <a:latin typeface="Calibri"/>
                <a:cs typeface="Calibri"/>
              </a:rPr>
              <a:t> </a:t>
            </a:r>
            <a:r>
              <a:rPr sz="1500" spc="-8" dirty="0">
                <a:latin typeface="Calibri"/>
                <a:cs typeface="Calibri"/>
              </a:rPr>
              <a:t>descriptions </a:t>
            </a:r>
            <a:r>
              <a:rPr sz="1500" dirty="0">
                <a:latin typeface="Calibri"/>
                <a:cs typeface="Calibri"/>
              </a:rPr>
              <a:t>that</a:t>
            </a:r>
            <a:r>
              <a:rPr sz="1500" spc="-41" dirty="0">
                <a:latin typeface="Calibri"/>
                <a:cs typeface="Calibri"/>
              </a:rPr>
              <a:t> </a:t>
            </a:r>
            <a:r>
              <a:rPr sz="1500" dirty="0">
                <a:latin typeface="Calibri"/>
                <a:cs typeface="Calibri"/>
              </a:rPr>
              <a:t>may</a:t>
            </a:r>
            <a:r>
              <a:rPr sz="1500" spc="-38" dirty="0">
                <a:latin typeface="Calibri"/>
                <a:cs typeface="Calibri"/>
              </a:rPr>
              <a:t> </a:t>
            </a:r>
            <a:r>
              <a:rPr sz="1500" dirty="0">
                <a:latin typeface="Calibri"/>
                <a:cs typeface="Calibri"/>
              </a:rPr>
              <a:t>have</a:t>
            </a:r>
            <a:r>
              <a:rPr sz="1500" spc="-34" dirty="0">
                <a:latin typeface="Calibri"/>
                <a:cs typeface="Calibri"/>
              </a:rPr>
              <a:t> </a:t>
            </a:r>
            <a:r>
              <a:rPr sz="1500" dirty="0">
                <a:latin typeface="Calibri"/>
                <a:cs typeface="Calibri"/>
              </a:rPr>
              <a:t>once</a:t>
            </a:r>
            <a:r>
              <a:rPr sz="1500" spc="-38" dirty="0">
                <a:latin typeface="Calibri"/>
                <a:cs typeface="Calibri"/>
              </a:rPr>
              <a:t> </a:t>
            </a:r>
            <a:r>
              <a:rPr sz="1500" dirty="0">
                <a:latin typeface="Calibri"/>
                <a:cs typeface="Calibri"/>
              </a:rPr>
              <a:t>been</a:t>
            </a:r>
            <a:r>
              <a:rPr sz="1500" spc="-38" dirty="0">
                <a:latin typeface="Calibri"/>
                <a:cs typeface="Calibri"/>
              </a:rPr>
              <a:t> </a:t>
            </a:r>
            <a:r>
              <a:rPr sz="1500" dirty="0">
                <a:latin typeface="Calibri"/>
                <a:cs typeface="Calibri"/>
              </a:rPr>
              <a:t>told</a:t>
            </a:r>
            <a:r>
              <a:rPr sz="1500" spc="-41"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you</a:t>
            </a:r>
            <a:r>
              <a:rPr sz="1500" spc="-41" dirty="0">
                <a:latin typeface="Calibri"/>
                <a:cs typeface="Calibri"/>
              </a:rPr>
              <a:t> </a:t>
            </a:r>
            <a:r>
              <a:rPr sz="1500" dirty="0">
                <a:latin typeface="Calibri"/>
                <a:cs typeface="Calibri"/>
              </a:rPr>
              <a:t>or</a:t>
            </a:r>
            <a:r>
              <a:rPr sz="1500" spc="-38" dirty="0">
                <a:latin typeface="Calibri"/>
                <a:cs typeface="Calibri"/>
              </a:rPr>
              <a:t> </a:t>
            </a:r>
            <a:r>
              <a:rPr sz="1500" dirty="0">
                <a:latin typeface="Calibri"/>
                <a:cs typeface="Calibri"/>
              </a:rPr>
              <a:t>you</a:t>
            </a:r>
            <a:r>
              <a:rPr sz="1500" spc="-38" dirty="0">
                <a:latin typeface="Calibri"/>
                <a:cs typeface="Calibri"/>
              </a:rPr>
              <a:t> </a:t>
            </a:r>
            <a:r>
              <a:rPr sz="1500" dirty="0">
                <a:latin typeface="Calibri"/>
                <a:cs typeface="Calibri"/>
              </a:rPr>
              <a:t>may</a:t>
            </a:r>
            <a:r>
              <a:rPr sz="1500" spc="-38" dirty="0">
                <a:latin typeface="Calibri"/>
                <a:cs typeface="Calibri"/>
              </a:rPr>
              <a:t> </a:t>
            </a:r>
            <a:r>
              <a:rPr sz="1500" dirty="0">
                <a:latin typeface="Calibri"/>
                <a:cs typeface="Calibri"/>
              </a:rPr>
              <a:t>have</a:t>
            </a:r>
            <a:r>
              <a:rPr sz="1500" spc="-34" dirty="0">
                <a:latin typeface="Calibri"/>
                <a:cs typeface="Calibri"/>
              </a:rPr>
              <a:t> </a:t>
            </a:r>
            <a:r>
              <a:rPr sz="1500" spc="-8" dirty="0">
                <a:latin typeface="Calibri"/>
                <a:cs typeface="Calibri"/>
              </a:rPr>
              <a:t>overheard</a:t>
            </a:r>
            <a:r>
              <a:rPr sz="1500" spc="375" dirty="0">
                <a:latin typeface="Calibri"/>
                <a:cs typeface="Calibri"/>
              </a:rPr>
              <a:t> </a:t>
            </a:r>
            <a:r>
              <a:rPr sz="1500" dirty="0">
                <a:latin typeface="Calibri"/>
                <a:cs typeface="Calibri"/>
              </a:rPr>
              <a:t>could</a:t>
            </a:r>
            <a:r>
              <a:rPr sz="1500" spc="-34" dirty="0">
                <a:latin typeface="Calibri"/>
                <a:cs typeface="Calibri"/>
              </a:rPr>
              <a:t> </a:t>
            </a:r>
            <a:r>
              <a:rPr sz="1500" dirty="0">
                <a:latin typeface="Calibri"/>
                <a:cs typeface="Calibri"/>
              </a:rPr>
              <a:t>be</a:t>
            </a:r>
            <a:r>
              <a:rPr sz="1500" spc="-26" dirty="0">
                <a:latin typeface="Calibri"/>
                <a:cs typeface="Calibri"/>
              </a:rPr>
              <a:t> </a:t>
            </a:r>
            <a:r>
              <a:rPr sz="1500" dirty="0">
                <a:latin typeface="Calibri"/>
                <a:cs typeface="Calibri"/>
              </a:rPr>
              <a:t>wrong,</a:t>
            </a:r>
            <a:r>
              <a:rPr sz="1500" spc="-26" dirty="0">
                <a:latin typeface="Calibri"/>
                <a:cs typeface="Calibri"/>
              </a:rPr>
              <a:t> </a:t>
            </a:r>
            <a:r>
              <a:rPr sz="1500" dirty="0">
                <a:latin typeface="Calibri"/>
                <a:cs typeface="Calibri"/>
              </a:rPr>
              <a:t>but</a:t>
            </a:r>
            <a:r>
              <a:rPr sz="1500" spc="-30" dirty="0">
                <a:latin typeface="Calibri"/>
                <a:cs typeface="Calibri"/>
              </a:rPr>
              <a:t> </a:t>
            </a:r>
            <a:r>
              <a:rPr sz="1500" dirty="0">
                <a:latin typeface="Calibri"/>
                <a:cs typeface="Calibri"/>
              </a:rPr>
              <a:t>it</a:t>
            </a:r>
            <a:r>
              <a:rPr sz="1500" spc="-34" dirty="0">
                <a:latin typeface="Calibri"/>
                <a:cs typeface="Calibri"/>
              </a:rPr>
              <a:t> </a:t>
            </a:r>
            <a:r>
              <a:rPr sz="1500" dirty="0">
                <a:latin typeface="Calibri"/>
                <a:cs typeface="Calibri"/>
              </a:rPr>
              <a:t>has</a:t>
            </a:r>
            <a:r>
              <a:rPr sz="1500" spc="-30" dirty="0">
                <a:latin typeface="Calibri"/>
                <a:cs typeface="Calibri"/>
              </a:rPr>
              <a:t> </a:t>
            </a:r>
            <a:r>
              <a:rPr sz="1500" dirty="0">
                <a:latin typeface="Calibri"/>
                <a:cs typeface="Calibri"/>
              </a:rPr>
              <a:t>become</a:t>
            </a:r>
            <a:r>
              <a:rPr sz="1500" spc="-26" dirty="0">
                <a:latin typeface="Calibri"/>
                <a:cs typeface="Calibri"/>
              </a:rPr>
              <a:t> </a:t>
            </a:r>
            <a:r>
              <a:rPr sz="1500" spc="-8" dirty="0">
                <a:latin typeface="Calibri"/>
                <a:cs typeface="Calibri"/>
              </a:rPr>
              <a:t>customary</a:t>
            </a:r>
            <a:r>
              <a:rPr sz="1500" spc="-26" dirty="0">
                <a:latin typeface="Calibri"/>
                <a:cs typeface="Calibri"/>
              </a:rPr>
              <a:t> </a:t>
            </a:r>
            <a:r>
              <a:rPr sz="1500" dirty="0">
                <a:latin typeface="Calibri"/>
                <a:cs typeface="Calibri"/>
              </a:rPr>
              <a:t>to</a:t>
            </a:r>
            <a:r>
              <a:rPr sz="1500" spc="-30" dirty="0">
                <a:latin typeface="Calibri"/>
                <a:cs typeface="Calibri"/>
              </a:rPr>
              <a:t> </a:t>
            </a:r>
            <a:r>
              <a:rPr sz="1500" dirty="0">
                <a:latin typeface="Calibri"/>
                <a:cs typeface="Calibri"/>
              </a:rPr>
              <a:t>use</a:t>
            </a:r>
            <a:r>
              <a:rPr sz="1500" spc="-30" dirty="0">
                <a:latin typeface="Calibri"/>
                <a:cs typeface="Calibri"/>
              </a:rPr>
              <a:t> </a:t>
            </a:r>
            <a:r>
              <a:rPr sz="1500" dirty="0">
                <a:latin typeface="Calibri"/>
                <a:cs typeface="Calibri"/>
              </a:rPr>
              <a:t>them.</a:t>
            </a:r>
            <a:r>
              <a:rPr sz="1500" spc="-30" dirty="0">
                <a:latin typeface="Calibri"/>
                <a:cs typeface="Calibri"/>
              </a:rPr>
              <a:t> </a:t>
            </a:r>
            <a:r>
              <a:rPr sz="1500" spc="-19" dirty="0">
                <a:latin typeface="Calibri"/>
                <a:cs typeface="Calibri"/>
              </a:rPr>
              <a:t>The </a:t>
            </a:r>
            <a:r>
              <a:rPr sz="1500" dirty="0">
                <a:latin typeface="Calibri"/>
                <a:cs typeface="Calibri"/>
              </a:rPr>
              <a:t>support</a:t>
            </a:r>
            <a:r>
              <a:rPr sz="1500" spc="-26" dirty="0">
                <a:latin typeface="Calibri"/>
                <a:cs typeface="Calibri"/>
              </a:rPr>
              <a:t> </a:t>
            </a:r>
            <a:r>
              <a:rPr sz="1500" spc="-8" dirty="0">
                <a:latin typeface="Calibri"/>
                <a:cs typeface="Calibri"/>
              </a:rPr>
              <a:t>material,</a:t>
            </a:r>
            <a:r>
              <a:rPr sz="1500" spc="-26" dirty="0">
                <a:latin typeface="Calibri"/>
                <a:cs typeface="Calibri"/>
              </a:rPr>
              <a:t> </a:t>
            </a:r>
            <a:r>
              <a:rPr sz="1500" b="1" i="1" dirty="0">
                <a:solidFill>
                  <a:srgbClr val="B02E24"/>
                </a:solidFill>
                <a:latin typeface="Calibri"/>
                <a:cs typeface="Calibri"/>
              </a:rPr>
              <a:t>What</a:t>
            </a:r>
            <a:r>
              <a:rPr sz="1500" b="1" i="1" spc="-23" dirty="0">
                <a:solidFill>
                  <a:srgbClr val="B02E24"/>
                </a:solidFill>
                <a:latin typeface="Calibri"/>
                <a:cs typeface="Calibri"/>
              </a:rPr>
              <a:t> </a:t>
            </a:r>
            <a:r>
              <a:rPr sz="1500" b="1" i="1" dirty="0">
                <a:solidFill>
                  <a:srgbClr val="B02E24"/>
                </a:solidFill>
                <a:latin typeface="Calibri"/>
                <a:cs typeface="Calibri"/>
              </a:rPr>
              <a:t>not</a:t>
            </a:r>
            <a:r>
              <a:rPr sz="1500" b="1" i="1" spc="-23" dirty="0">
                <a:solidFill>
                  <a:srgbClr val="B02E24"/>
                </a:solidFill>
                <a:latin typeface="Calibri"/>
                <a:cs typeface="Calibri"/>
              </a:rPr>
              <a:t> </a:t>
            </a:r>
            <a:r>
              <a:rPr sz="1500" b="1" i="1" dirty="0">
                <a:solidFill>
                  <a:srgbClr val="B02E24"/>
                </a:solidFill>
                <a:latin typeface="Calibri"/>
                <a:cs typeface="Calibri"/>
              </a:rPr>
              <a:t>to</a:t>
            </a:r>
            <a:r>
              <a:rPr sz="1500" b="1" i="1" spc="-26" dirty="0">
                <a:solidFill>
                  <a:srgbClr val="B02E24"/>
                </a:solidFill>
                <a:latin typeface="Calibri"/>
                <a:cs typeface="Calibri"/>
              </a:rPr>
              <a:t> </a:t>
            </a:r>
            <a:r>
              <a:rPr sz="1500" b="1" i="1" dirty="0">
                <a:solidFill>
                  <a:srgbClr val="B02E24"/>
                </a:solidFill>
                <a:latin typeface="Calibri"/>
                <a:cs typeface="Calibri"/>
              </a:rPr>
              <a:t>say</a:t>
            </a:r>
            <a:r>
              <a:rPr sz="1500" dirty="0">
                <a:latin typeface="Calibri"/>
                <a:cs typeface="Calibri"/>
              </a:rPr>
              <a:t>,</a:t>
            </a:r>
            <a:r>
              <a:rPr sz="1500" spc="-23" dirty="0">
                <a:latin typeface="Calibri"/>
                <a:cs typeface="Calibri"/>
              </a:rPr>
              <a:t> </a:t>
            </a:r>
            <a:r>
              <a:rPr sz="1500" spc="-8" dirty="0">
                <a:latin typeface="Calibri"/>
                <a:cs typeface="Calibri"/>
              </a:rPr>
              <a:t>provides</a:t>
            </a:r>
            <a:r>
              <a:rPr sz="1500" spc="-26" dirty="0">
                <a:latin typeface="Calibri"/>
                <a:cs typeface="Calibri"/>
              </a:rPr>
              <a:t> </a:t>
            </a:r>
            <a:r>
              <a:rPr sz="1500" spc="-8" dirty="0">
                <a:latin typeface="Calibri"/>
                <a:cs typeface="Calibri"/>
              </a:rPr>
              <a:t>companions</a:t>
            </a:r>
            <a:r>
              <a:rPr sz="1500" spc="-26" dirty="0">
                <a:latin typeface="Calibri"/>
                <a:cs typeface="Calibri"/>
              </a:rPr>
              <a:t> </a:t>
            </a:r>
            <a:r>
              <a:rPr sz="1500" dirty="0">
                <a:latin typeface="Calibri"/>
                <a:cs typeface="Calibri"/>
              </a:rPr>
              <a:t>with</a:t>
            </a:r>
            <a:r>
              <a:rPr sz="1500" spc="-26" dirty="0">
                <a:latin typeface="Calibri"/>
                <a:cs typeface="Calibri"/>
              </a:rPr>
              <a:t> </a:t>
            </a:r>
            <a:r>
              <a:rPr sz="1500" dirty="0">
                <a:latin typeface="Calibri"/>
                <a:cs typeface="Calibri"/>
              </a:rPr>
              <a:t>a</a:t>
            </a:r>
            <a:r>
              <a:rPr sz="1500" spc="-26" dirty="0">
                <a:latin typeface="Calibri"/>
                <a:cs typeface="Calibri"/>
              </a:rPr>
              <a:t> </a:t>
            </a:r>
            <a:r>
              <a:rPr sz="1500" spc="-8" dirty="0">
                <a:latin typeface="Calibri"/>
                <a:cs typeface="Calibri"/>
              </a:rPr>
              <a:t>useful resource</a:t>
            </a:r>
            <a:r>
              <a:rPr sz="1500" spc="-38"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ensure</a:t>
            </a:r>
            <a:r>
              <a:rPr sz="1500" spc="-34" dirty="0">
                <a:latin typeface="Calibri"/>
                <a:cs typeface="Calibri"/>
              </a:rPr>
              <a:t> </a:t>
            </a:r>
            <a:r>
              <a:rPr sz="1500" dirty="0">
                <a:latin typeface="Calibri"/>
                <a:cs typeface="Calibri"/>
              </a:rPr>
              <a:t>they</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act</a:t>
            </a:r>
            <a:r>
              <a:rPr sz="1500" spc="-41" dirty="0">
                <a:latin typeface="Calibri"/>
                <a:cs typeface="Calibri"/>
              </a:rPr>
              <a:t> </a:t>
            </a:r>
            <a:r>
              <a:rPr sz="1500" dirty="0">
                <a:latin typeface="Calibri"/>
                <a:cs typeface="Calibri"/>
              </a:rPr>
              <a:t>as</a:t>
            </a:r>
            <a:r>
              <a:rPr sz="1500" spc="-38" dirty="0">
                <a:latin typeface="Calibri"/>
                <a:cs typeface="Calibri"/>
              </a:rPr>
              <a:t> </a:t>
            </a:r>
            <a:r>
              <a:rPr sz="1500" spc="-8" dirty="0">
                <a:latin typeface="Calibri"/>
                <a:cs typeface="Calibri"/>
              </a:rPr>
              <a:t>informed</a:t>
            </a:r>
            <a:r>
              <a:rPr sz="1500" spc="-41" dirty="0">
                <a:latin typeface="Calibri"/>
                <a:cs typeface="Calibri"/>
              </a:rPr>
              <a:t> </a:t>
            </a:r>
            <a:r>
              <a:rPr sz="1500" spc="-8" dirty="0">
                <a:latin typeface="Calibri"/>
                <a:cs typeface="Calibri"/>
              </a:rPr>
              <a:t>Companions.</a:t>
            </a:r>
            <a:endParaRPr sz="1500">
              <a:latin typeface="Calibri"/>
              <a:cs typeface="Calibri"/>
            </a:endParaRPr>
          </a:p>
        </p:txBody>
      </p:sp>
      <p:sp>
        <p:nvSpPr>
          <p:cNvPr id="31" name="object 31"/>
          <p:cNvSpPr txBox="1"/>
          <p:nvPr/>
        </p:nvSpPr>
        <p:spPr>
          <a:xfrm>
            <a:off x="6324600" y="3635970"/>
            <a:ext cx="5239703" cy="586699"/>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On</a:t>
            </a:r>
            <a:r>
              <a:rPr sz="1500" spc="-41" dirty="0">
                <a:latin typeface="Calibri"/>
                <a:cs typeface="Calibri"/>
              </a:rPr>
              <a:t> </a:t>
            </a:r>
            <a:r>
              <a:rPr sz="1500" dirty="0">
                <a:latin typeface="Calibri"/>
                <a:cs typeface="Calibri"/>
              </a:rPr>
              <a:t>this</a:t>
            </a:r>
            <a:r>
              <a:rPr sz="1500" spc="-38" dirty="0">
                <a:latin typeface="Calibri"/>
                <a:cs typeface="Calibri"/>
              </a:rPr>
              <a:t> </a:t>
            </a:r>
            <a:r>
              <a:rPr sz="1500" dirty="0">
                <a:latin typeface="Calibri"/>
                <a:cs typeface="Calibri"/>
              </a:rPr>
              <a:t>occasion,</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text</a:t>
            </a:r>
            <a:r>
              <a:rPr sz="1500" spc="-38" dirty="0">
                <a:latin typeface="Calibri"/>
                <a:cs typeface="Calibri"/>
              </a:rPr>
              <a:t> </a:t>
            </a:r>
            <a:r>
              <a:rPr sz="1500" dirty="0">
                <a:latin typeface="Calibri"/>
                <a:cs typeface="Calibri"/>
              </a:rPr>
              <a:t>in</a:t>
            </a:r>
            <a:r>
              <a:rPr sz="1500" spc="-38"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extended</a:t>
            </a:r>
            <a:r>
              <a:rPr sz="1500" spc="-41" dirty="0">
                <a:latin typeface="Calibri"/>
                <a:cs typeface="Calibri"/>
              </a:rPr>
              <a:t> </a:t>
            </a:r>
            <a:r>
              <a:rPr sz="1500" dirty="0">
                <a:latin typeface="Calibri"/>
                <a:cs typeface="Calibri"/>
              </a:rPr>
              <a:t>thread</a:t>
            </a:r>
            <a:r>
              <a:rPr sz="1500" spc="-38" dirty="0">
                <a:latin typeface="Calibri"/>
                <a:cs typeface="Calibri"/>
              </a:rPr>
              <a:t> </a:t>
            </a:r>
            <a:r>
              <a:rPr sz="1500" spc="-8" dirty="0">
                <a:latin typeface="Calibri"/>
                <a:cs typeface="Calibri"/>
              </a:rPr>
              <a:t>matches</a:t>
            </a:r>
            <a:r>
              <a:rPr sz="1500" spc="-38" dirty="0">
                <a:latin typeface="Calibri"/>
                <a:cs typeface="Calibri"/>
              </a:rPr>
              <a:t> </a:t>
            </a:r>
            <a:r>
              <a:rPr sz="1500" dirty="0">
                <a:latin typeface="Calibri"/>
                <a:cs typeface="Calibri"/>
              </a:rPr>
              <a:t>what</a:t>
            </a:r>
            <a:r>
              <a:rPr sz="1500" spc="-41" dirty="0">
                <a:latin typeface="Calibri"/>
                <a:cs typeface="Calibri"/>
              </a:rPr>
              <a:t> </a:t>
            </a:r>
            <a:r>
              <a:rPr sz="1500" spc="-19" dirty="0">
                <a:latin typeface="Calibri"/>
                <a:cs typeface="Calibri"/>
              </a:rPr>
              <a:t>is </a:t>
            </a:r>
            <a:r>
              <a:rPr sz="1500" spc="-8" dirty="0">
                <a:latin typeface="Calibri"/>
                <a:cs typeface="Calibri"/>
              </a:rPr>
              <a:t>written</a:t>
            </a:r>
            <a:r>
              <a:rPr sz="1500" spc="-49" dirty="0">
                <a:latin typeface="Calibri"/>
                <a:cs typeface="Calibri"/>
              </a:rPr>
              <a:t> </a:t>
            </a:r>
            <a:r>
              <a:rPr sz="1500" dirty="0">
                <a:latin typeface="Calibri"/>
                <a:cs typeface="Calibri"/>
              </a:rPr>
              <a:t>here,</a:t>
            </a:r>
            <a:r>
              <a:rPr sz="1500" spc="-45" dirty="0">
                <a:latin typeface="Calibri"/>
                <a:cs typeface="Calibri"/>
              </a:rPr>
              <a:t> </a:t>
            </a:r>
            <a:r>
              <a:rPr sz="1500" dirty="0">
                <a:latin typeface="Calibri"/>
                <a:cs typeface="Calibri"/>
              </a:rPr>
              <a:t>BUT</a:t>
            </a:r>
            <a:r>
              <a:rPr sz="1500" spc="-45" dirty="0">
                <a:latin typeface="Calibri"/>
                <a:cs typeface="Calibri"/>
              </a:rPr>
              <a:t> </a:t>
            </a:r>
            <a:r>
              <a:rPr sz="1500" dirty="0">
                <a:latin typeface="Calibri"/>
                <a:cs typeface="Calibri"/>
              </a:rPr>
              <a:t>these</a:t>
            </a:r>
            <a:r>
              <a:rPr sz="1500" spc="-45" dirty="0">
                <a:latin typeface="Calibri"/>
                <a:cs typeface="Calibri"/>
              </a:rPr>
              <a:t> </a:t>
            </a:r>
            <a:r>
              <a:rPr sz="1500" dirty="0">
                <a:latin typeface="Calibri"/>
                <a:cs typeface="Calibri"/>
              </a:rPr>
              <a:t>SUPPORT</a:t>
            </a:r>
            <a:r>
              <a:rPr sz="1500" spc="-49" dirty="0">
                <a:latin typeface="Calibri"/>
                <a:cs typeface="Calibri"/>
              </a:rPr>
              <a:t> </a:t>
            </a:r>
            <a:r>
              <a:rPr sz="1500" spc="-19" dirty="0">
                <a:latin typeface="Calibri"/>
                <a:cs typeface="Calibri"/>
              </a:rPr>
              <a:t>MATERIALS</a:t>
            </a:r>
            <a:r>
              <a:rPr sz="1500" spc="-45" dirty="0">
                <a:latin typeface="Calibri"/>
                <a:cs typeface="Calibri"/>
              </a:rPr>
              <a:t> </a:t>
            </a:r>
            <a:r>
              <a:rPr sz="1500" dirty="0">
                <a:latin typeface="Calibri"/>
                <a:cs typeface="Calibri"/>
              </a:rPr>
              <a:t>are</a:t>
            </a:r>
            <a:r>
              <a:rPr sz="1500" spc="-45" dirty="0">
                <a:latin typeface="Calibri"/>
                <a:cs typeface="Calibri"/>
              </a:rPr>
              <a:t> </a:t>
            </a:r>
            <a:r>
              <a:rPr sz="1500" spc="-8" dirty="0">
                <a:latin typeface="Calibri"/>
                <a:cs typeface="Calibri"/>
              </a:rPr>
              <a:t>essential</a:t>
            </a:r>
            <a:r>
              <a:rPr sz="1500" spc="-45" dirty="0">
                <a:latin typeface="Calibri"/>
                <a:cs typeface="Calibri"/>
              </a:rPr>
              <a:t> </a:t>
            </a:r>
            <a:r>
              <a:rPr sz="1500" spc="-8" dirty="0">
                <a:latin typeface="Calibri"/>
                <a:cs typeface="Calibri"/>
              </a:rPr>
              <a:t>reading:</a:t>
            </a:r>
            <a:endParaRPr sz="1500">
              <a:latin typeface="Calibri"/>
              <a:cs typeface="Calibri"/>
            </a:endParaRPr>
          </a:p>
        </p:txBody>
      </p:sp>
      <p:sp>
        <p:nvSpPr>
          <p:cNvPr id="32" name="object 32"/>
          <p:cNvSpPr txBox="1"/>
          <p:nvPr/>
        </p:nvSpPr>
        <p:spPr>
          <a:xfrm>
            <a:off x="6324600" y="4455120"/>
            <a:ext cx="990124" cy="240450"/>
          </a:xfrm>
          <a:prstGeom prst="rect">
            <a:avLst/>
          </a:prstGeom>
        </p:spPr>
        <p:txBody>
          <a:bodyPr vert="horz" wrap="square" lIns="0" tIns="9525" rIns="0" bIns="0" rtlCol="0">
            <a:spAutoFit/>
          </a:bodyPr>
          <a:lstStyle/>
          <a:p>
            <a:pPr marL="9525">
              <a:spcBef>
                <a:spcPts val="75"/>
              </a:spcBef>
            </a:pPr>
            <a:r>
              <a:rPr sz="1500" b="1" dirty="0">
                <a:latin typeface="Calibri"/>
                <a:cs typeface="Calibri"/>
                <a:hlinkClick r:id="rId12"/>
              </a:rPr>
              <a:t>Thread</a:t>
            </a:r>
            <a:r>
              <a:rPr sz="1500" b="1" spc="-71" dirty="0">
                <a:latin typeface="Calibri"/>
                <a:cs typeface="Calibri"/>
                <a:hlinkClick r:id="rId12"/>
              </a:rPr>
              <a:t> </a:t>
            </a:r>
            <a:r>
              <a:rPr sz="1500" b="1" spc="-8" dirty="0">
                <a:latin typeface="Calibri"/>
                <a:cs typeface="Calibri"/>
                <a:hlinkClick r:id="rId12"/>
              </a:rPr>
              <a:t>Link:</a:t>
            </a:r>
            <a:endParaRPr sz="1500">
              <a:latin typeface="Calibri"/>
              <a:cs typeface="Calibri"/>
            </a:endParaRPr>
          </a:p>
        </p:txBody>
      </p:sp>
      <p:grpSp>
        <p:nvGrpSpPr>
          <p:cNvPr id="33" name="object 33"/>
          <p:cNvGrpSpPr/>
          <p:nvPr/>
        </p:nvGrpSpPr>
        <p:grpSpPr>
          <a:xfrm>
            <a:off x="7348244" y="4416057"/>
            <a:ext cx="230981" cy="360044"/>
            <a:chOff x="9797658" y="5888075"/>
            <a:chExt cx="307975" cy="480059"/>
          </a:xfrm>
        </p:grpSpPr>
        <p:sp>
          <p:nvSpPr>
            <p:cNvPr id="34" name="object 34">
              <a:hlinkClick r:id="rId12"/>
            </p:cNvPr>
            <p:cNvSpPr/>
            <p:nvPr/>
          </p:nvSpPr>
          <p:spPr>
            <a:xfrm>
              <a:off x="9797658" y="5963101"/>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35" name="object 35">
              <a:hlinkClick r:id="rId12"/>
            </p:cNvPr>
            <p:cNvPicPr/>
            <p:nvPr/>
          </p:nvPicPr>
          <p:blipFill>
            <a:blip r:embed="rId13" cstate="print"/>
            <a:stretch>
              <a:fillRect/>
            </a:stretch>
          </p:blipFill>
          <p:spPr>
            <a:xfrm>
              <a:off x="9930412" y="5888075"/>
              <a:ext cx="173132" cy="133427"/>
            </a:xfrm>
            <a:prstGeom prst="rect">
              <a:avLst/>
            </a:prstGeom>
          </p:spPr>
        </p:pic>
      </p:grpSp>
      <p:sp>
        <p:nvSpPr>
          <p:cNvPr id="36" name="object 36"/>
          <p:cNvSpPr txBox="1"/>
          <p:nvPr/>
        </p:nvSpPr>
        <p:spPr>
          <a:xfrm>
            <a:off x="7612452" y="4464646"/>
            <a:ext cx="2608421" cy="228909"/>
          </a:xfrm>
          <a:prstGeom prst="rect">
            <a:avLst/>
          </a:prstGeom>
        </p:spPr>
        <p:txBody>
          <a:bodyPr vert="horz" wrap="square" lIns="0" tIns="9525" rIns="0" bIns="0" rtlCol="0">
            <a:spAutoFit/>
          </a:bodyPr>
          <a:lstStyle/>
          <a:p>
            <a:pPr marL="9525">
              <a:spcBef>
                <a:spcPts val="75"/>
              </a:spcBef>
            </a:pPr>
            <a:r>
              <a:rPr sz="1425" b="1" dirty="0">
                <a:solidFill>
                  <a:srgbClr val="B02E24"/>
                </a:solidFill>
                <a:latin typeface="Calibri"/>
                <a:cs typeface="Calibri"/>
                <a:hlinkClick r:id="rId12"/>
              </a:rPr>
              <a:t>All</a:t>
            </a:r>
            <a:r>
              <a:rPr sz="1425" b="1" spc="-15" dirty="0">
                <a:solidFill>
                  <a:srgbClr val="B02E24"/>
                </a:solidFill>
                <a:latin typeface="Calibri"/>
                <a:cs typeface="Calibri"/>
                <a:hlinkClick r:id="rId12"/>
              </a:rPr>
              <a:t> </a:t>
            </a:r>
            <a:r>
              <a:rPr sz="1425" b="1" spc="-8" dirty="0">
                <a:solidFill>
                  <a:srgbClr val="B02E24"/>
                </a:solidFill>
                <a:latin typeface="Calibri"/>
                <a:cs typeface="Calibri"/>
                <a:hlinkClick r:id="rId12"/>
              </a:rPr>
              <a:t>Companions</a:t>
            </a:r>
            <a:r>
              <a:rPr sz="1425" b="1" spc="-19" dirty="0">
                <a:solidFill>
                  <a:srgbClr val="B02E24"/>
                </a:solidFill>
                <a:latin typeface="Calibri"/>
                <a:cs typeface="Calibri"/>
                <a:hlinkClick r:id="rId12"/>
              </a:rPr>
              <a:t> </a:t>
            </a:r>
            <a:r>
              <a:rPr sz="1425" b="1" dirty="0">
                <a:solidFill>
                  <a:srgbClr val="B02E24"/>
                </a:solidFill>
                <a:latin typeface="Calibri"/>
                <a:cs typeface="Calibri"/>
                <a:hlinkClick r:id="rId12"/>
              </a:rPr>
              <a:t>are</a:t>
            </a:r>
            <a:r>
              <a:rPr sz="1425" b="1" spc="-15" dirty="0">
                <a:solidFill>
                  <a:srgbClr val="B02E24"/>
                </a:solidFill>
                <a:latin typeface="Calibri"/>
                <a:cs typeface="Calibri"/>
                <a:hlinkClick r:id="rId12"/>
              </a:rPr>
              <a:t> </a:t>
            </a:r>
            <a:r>
              <a:rPr sz="1425" b="1" dirty="0">
                <a:solidFill>
                  <a:srgbClr val="B02E24"/>
                </a:solidFill>
                <a:latin typeface="Calibri"/>
                <a:cs typeface="Calibri"/>
                <a:hlinkClick r:id="rId12"/>
              </a:rPr>
              <a:t>RA</a:t>
            </a:r>
            <a:r>
              <a:rPr sz="1425" b="1" spc="-15" dirty="0">
                <a:solidFill>
                  <a:srgbClr val="B02E24"/>
                </a:solidFill>
                <a:latin typeface="Calibri"/>
                <a:cs typeface="Calibri"/>
                <a:hlinkClick r:id="rId12"/>
              </a:rPr>
              <a:t> </a:t>
            </a:r>
            <a:r>
              <a:rPr sz="1425" b="1" spc="-8" dirty="0">
                <a:solidFill>
                  <a:srgbClr val="B02E24"/>
                </a:solidFill>
                <a:latin typeface="Calibri"/>
                <a:cs typeface="Calibri"/>
                <a:hlinkClick r:id="rId12"/>
              </a:rPr>
              <a:t>Champions</a:t>
            </a:r>
            <a:endParaRPr sz="1425">
              <a:latin typeface="Calibri"/>
              <a:cs typeface="Calibri"/>
            </a:endParaRPr>
          </a:p>
        </p:txBody>
      </p:sp>
      <p:grpSp>
        <p:nvGrpSpPr>
          <p:cNvPr id="37" name="object 37"/>
          <p:cNvGrpSpPr/>
          <p:nvPr/>
        </p:nvGrpSpPr>
        <p:grpSpPr>
          <a:xfrm>
            <a:off x="0" y="6246019"/>
            <a:ext cx="12192000" cy="611981"/>
            <a:chOff x="0" y="8328025"/>
            <a:chExt cx="16256000" cy="815975"/>
          </a:xfrm>
        </p:grpSpPr>
        <p:sp>
          <p:nvSpPr>
            <p:cNvPr id="38" name="object 38"/>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39" name="object 39"/>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40" name="object 40"/>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41" name="object 41"/>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42" name="object 42"/>
            <p:cNvPicPr/>
            <p:nvPr/>
          </p:nvPicPr>
          <p:blipFill>
            <a:blip r:embed="rId14" cstate="print"/>
            <a:stretch>
              <a:fillRect/>
            </a:stretch>
          </p:blipFill>
          <p:spPr>
            <a:xfrm>
              <a:off x="317500" y="8601503"/>
              <a:ext cx="610382" cy="250854"/>
            </a:xfrm>
            <a:prstGeom prst="rect">
              <a:avLst/>
            </a:prstGeom>
          </p:spPr>
        </p:pic>
        <p:sp>
          <p:nvSpPr>
            <p:cNvPr id="43" name="object 43"/>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44" name="object 44"/>
            <p:cNvPicPr/>
            <p:nvPr/>
          </p:nvPicPr>
          <p:blipFill>
            <a:blip r:embed="rId15" cstate="print"/>
            <a:stretch>
              <a:fillRect/>
            </a:stretch>
          </p:blipFill>
          <p:spPr>
            <a:xfrm>
              <a:off x="2385576" y="8601503"/>
              <a:ext cx="704542" cy="290622"/>
            </a:xfrm>
            <a:prstGeom prst="rect">
              <a:avLst/>
            </a:prstGeom>
          </p:spPr>
        </p:pic>
        <p:pic>
          <p:nvPicPr>
            <p:cNvPr id="45" name="object 45"/>
            <p:cNvPicPr/>
            <p:nvPr/>
          </p:nvPicPr>
          <p:blipFill>
            <a:blip r:embed="rId16" cstate="print"/>
            <a:stretch>
              <a:fillRect/>
            </a:stretch>
          </p:blipFill>
          <p:spPr>
            <a:xfrm>
              <a:off x="1505752" y="8642926"/>
              <a:ext cx="669089" cy="203733"/>
            </a:xfrm>
            <a:prstGeom prst="rect">
              <a:avLst/>
            </a:prstGeom>
          </p:spPr>
        </p:pic>
        <p:pic>
          <p:nvPicPr>
            <p:cNvPr id="46" name="object 46"/>
            <p:cNvPicPr/>
            <p:nvPr/>
          </p:nvPicPr>
          <p:blipFill>
            <a:blip r:embed="rId17" cstate="print"/>
            <a:stretch>
              <a:fillRect/>
            </a:stretch>
          </p:blipFill>
          <p:spPr>
            <a:xfrm>
              <a:off x="1138631" y="8575779"/>
              <a:ext cx="338035" cy="338035"/>
            </a:xfrm>
            <a:prstGeom prst="rect">
              <a:avLst/>
            </a:prstGeom>
          </p:spPr>
        </p:pic>
        <p:sp>
          <p:nvSpPr>
            <p:cNvPr id="47" name="object 47"/>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172931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3" name="object 3"/>
          <p:cNvGrpSpPr/>
          <p:nvPr/>
        </p:nvGrpSpPr>
        <p:grpSpPr>
          <a:xfrm>
            <a:off x="1856292" y="854207"/>
            <a:ext cx="188119" cy="509588"/>
            <a:chOff x="2475056" y="1138943"/>
            <a:chExt cx="250825" cy="679450"/>
          </a:xfrm>
        </p:grpSpPr>
        <p:sp>
          <p:nvSpPr>
            <p:cNvPr id="4" name="object 4"/>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5" name="object 5"/>
            <p:cNvPicPr/>
            <p:nvPr/>
          </p:nvPicPr>
          <p:blipFill>
            <a:blip r:embed="rId3" cstate="print"/>
            <a:stretch>
              <a:fillRect/>
            </a:stretch>
          </p:blipFill>
          <p:spPr>
            <a:xfrm>
              <a:off x="2475056" y="1579874"/>
              <a:ext cx="250494" cy="238239"/>
            </a:xfrm>
            <a:prstGeom prst="rect">
              <a:avLst/>
            </a:prstGeom>
          </p:spPr>
        </p:pic>
      </p:grpSp>
      <p:sp>
        <p:nvSpPr>
          <p:cNvPr id="6" name="object 6"/>
          <p:cNvSpPr txBox="1"/>
          <p:nvPr/>
        </p:nvSpPr>
        <p:spPr>
          <a:xfrm>
            <a:off x="333375" y="763505"/>
            <a:ext cx="5565934" cy="5164875"/>
          </a:xfrm>
          <a:prstGeom prst="rect">
            <a:avLst/>
          </a:prstGeom>
        </p:spPr>
        <p:txBody>
          <a:bodyPr vert="horz" wrap="square" lIns="0" tIns="9525" rIns="0" bIns="0" rtlCol="0">
            <a:spAutoFit/>
          </a:bodyPr>
          <a:lstStyle/>
          <a:p>
            <a:pPr marL="1758315">
              <a:spcBef>
                <a:spcPts val="75"/>
              </a:spcBef>
            </a:pPr>
            <a:r>
              <a:rPr sz="2250" b="1" spc="-8" dirty="0">
                <a:latin typeface="Calibri"/>
                <a:cs typeface="Calibri"/>
              </a:rPr>
              <a:t>Attracting</a:t>
            </a:r>
            <a:r>
              <a:rPr sz="2250" b="1" spc="-83" dirty="0">
                <a:latin typeface="Calibri"/>
                <a:cs typeface="Calibri"/>
              </a:rPr>
              <a:t> </a:t>
            </a:r>
            <a:r>
              <a:rPr sz="2250" b="1" dirty="0">
                <a:latin typeface="Calibri"/>
                <a:cs typeface="Calibri"/>
              </a:rPr>
              <a:t>Future</a:t>
            </a:r>
            <a:r>
              <a:rPr sz="2250" b="1" spc="-79" dirty="0">
                <a:latin typeface="Calibri"/>
                <a:cs typeface="Calibri"/>
              </a:rPr>
              <a:t> </a:t>
            </a:r>
            <a:r>
              <a:rPr sz="2250" b="1" spc="-8" dirty="0">
                <a:latin typeface="Calibri"/>
                <a:cs typeface="Calibri"/>
              </a:rPr>
              <a:t>Companions</a:t>
            </a:r>
            <a:endParaRPr sz="2250">
              <a:latin typeface="Calibri"/>
              <a:cs typeface="Calibri"/>
            </a:endParaRPr>
          </a:p>
          <a:p>
            <a:pPr marL="1763078">
              <a:spcBef>
                <a:spcPts val="75"/>
              </a:spcBef>
            </a:pPr>
            <a:r>
              <a:rPr sz="1875" spc="-8" dirty="0">
                <a:latin typeface="Calibri"/>
                <a:cs typeface="Calibri"/>
              </a:rPr>
              <a:t>Royal</a:t>
            </a:r>
            <a:r>
              <a:rPr sz="1875" spc="-79" dirty="0">
                <a:latin typeface="Calibri"/>
                <a:cs typeface="Calibri"/>
              </a:rPr>
              <a:t> </a:t>
            </a:r>
            <a:r>
              <a:rPr sz="1875" dirty="0">
                <a:latin typeface="Calibri"/>
                <a:cs typeface="Calibri"/>
              </a:rPr>
              <a:t>Arch</a:t>
            </a:r>
            <a:r>
              <a:rPr sz="1875" spc="-79" dirty="0">
                <a:latin typeface="Calibri"/>
                <a:cs typeface="Calibri"/>
              </a:rPr>
              <a:t> </a:t>
            </a:r>
            <a:r>
              <a:rPr sz="1875" spc="-15" dirty="0">
                <a:latin typeface="Calibri"/>
                <a:cs typeface="Calibri"/>
              </a:rPr>
              <a:t>Reps</a:t>
            </a:r>
            <a:endParaRPr sz="1875">
              <a:latin typeface="Calibri"/>
              <a:cs typeface="Calibri"/>
            </a:endParaRPr>
          </a:p>
          <a:p>
            <a:pPr>
              <a:spcBef>
                <a:spcPts val="611"/>
              </a:spcBef>
            </a:pPr>
            <a:endParaRPr sz="1875">
              <a:latin typeface="Calibri"/>
              <a:cs typeface="Calibri"/>
            </a:endParaRPr>
          </a:p>
          <a:p>
            <a:pPr marL="9525" marR="3810">
              <a:lnSpc>
                <a:spcPct val="125000"/>
              </a:lnSpc>
            </a:pPr>
            <a:r>
              <a:rPr sz="1500" dirty="0">
                <a:latin typeface="Calibri"/>
                <a:cs typeface="Calibri"/>
              </a:rPr>
              <a:t>Not</a:t>
            </a:r>
            <a:r>
              <a:rPr sz="1500" spc="-38" dirty="0">
                <a:latin typeface="Calibri"/>
                <a:cs typeface="Calibri"/>
              </a:rPr>
              <a:t> </a:t>
            </a:r>
            <a:r>
              <a:rPr sz="1500" dirty="0">
                <a:latin typeface="Calibri"/>
                <a:cs typeface="Calibri"/>
              </a:rPr>
              <a:t>all</a:t>
            </a:r>
            <a:r>
              <a:rPr sz="1500" spc="-34" dirty="0">
                <a:latin typeface="Calibri"/>
                <a:cs typeface="Calibri"/>
              </a:rPr>
              <a:t> </a:t>
            </a:r>
            <a:r>
              <a:rPr sz="1500" spc="-8" dirty="0">
                <a:latin typeface="Calibri"/>
                <a:cs typeface="Calibri"/>
              </a:rPr>
              <a:t>Provinces</a:t>
            </a:r>
            <a:r>
              <a:rPr sz="1500" spc="-34" dirty="0">
                <a:latin typeface="Calibri"/>
                <a:cs typeface="Calibri"/>
              </a:rPr>
              <a:t> </a:t>
            </a:r>
            <a:r>
              <a:rPr sz="1500" dirty="0">
                <a:latin typeface="Calibri"/>
                <a:cs typeface="Calibri"/>
              </a:rPr>
              <a:t>have</a:t>
            </a:r>
            <a:r>
              <a:rPr sz="1500" spc="-30" dirty="0">
                <a:latin typeface="Calibri"/>
                <a:cs typeface="Calibri"/>
              </a:rPr>
              <a:t> </a:t>
            </a:r>
            <a:r>
              <a:rPr sz="1500" spc="-8" dirty="0">
                <a:latin typeface="Calibri"/>
                <a:cs typeface="Calibri"/>
              </a:rPr>
              <a:t>Royal</a:t>
            </a:r>
            <a:r>
              <a:rPr sz="1500" spc="-34" dirty="0">
                <a:latin typeface="Calibri"/>
                <a:cs typeface="Calibri"/>
              </a:rPr>
              <a:t> </a:t>
            </a:r>
            <a:r>
              <a:rPr sz="1500" dirty="0">
                <a:latin typeface="Calibri"/>
                <a:cs typeface="Calibri"/>
              </a:rPr>
              <a:t>Arch</a:t>
            </a:r>
            <a:r>
              <a:rPr sz="1500" spc="-38" dirty="0">
                <a:latin typeface="Calibri"/>
                <a:cs typeface="Calibri"/>
              </a:rPr>
              <a:t> </a:t>
            </a:r>
            <a:r>
              <a:rPr sz="1500" spc="-15" dirty="0">
                <a:latin typeface="Calibri"/>
                <a:cs typeface="Calibri"/>
              </a:rPr>
              <a:t>Representatives,</a:t>
            </a:r>
            <a:r>
              <a:rPr sz="1500" spc="-30" dirty="0">
                <a:latin typeface="Calibri"/>
                <a:cs typeface="Calibri"/>
              </a:rPr>
              <a:t> </a:t>
            </a:r>
            <a:r>
              <a:rPr sz="1500" dirty="0">
                <a:latin typeface="Calibri"/>
                <a:cs typeface="Calibri"/>
              </a:rPr>
              <a:t>some</a:t>
            </a:r>
            <a:r>
              <a:rPr sz="1500" spc="-30" dirty="0">
                <a:latin typeface="Calibri"/>
                <a:cs typeface="Calibri"/>
              </a:rPr>
              <a:t> </a:t>
            </a:r>
            <a:r>
              <a:rPr sz="1500" dirty="0">
                <a:latin typeface="Calibri"/>
                <a:cs typeface="Calibri"/>
              </a:rPr>
              <a:t>use</a:t>
            </a:r>
            <a:r>
              <a:rPr sz="1500" spc="-30" dirty="0">
                <a:latin typeface="Calibri"/>
                <a:cs typeface="Calibri"/>
              </a:rPr>
              <a:t> </a:t>
            </a:r>
            <a:r>
              <a:rPr sz="1500" spc="-8" dirty="0">
                <a:latin typeface="Calibri"/>
                <a:cs typeface="Calibri"/>
              </a:rPr>
              <a:t>different </a:t>
            </a:r>
            <a:r>
              <a:rPr sz="1500" dirty="0">
                <a:latin typeface="Calibri"/>
                <a:cs typeface="Calibri"/>
              </a:rPr>
              <a:t>titles</a:t>
            </a:r>
            <a:r>
              <a:rPr sz="1500" spc="-49" dirty="0">
                <a:latin typeface="Calibri"/>
                <a:cs typeface="Calibri"/>
              </a:rPr>
              <a:t> </a:t>
            </a:r>
            <a:r>
              <a:rPr sz="1500" dirty="0">
                <a:latin typeface="Calibri"/>
                <a:cs typeface="Calibri"/>
              </a:rPr>
              <a:t>such</a:t>
            </a:r>
            <a:r>
              <a:rPr sz="1500" spc="-45" dirty="0">
                <a:latin typeface="Calibri"/>
                <a:cs typeface="Calibri"/>
              </a:rPr>
              <a:t> </a:t>
            </a:r>
            <a:r>
              <a:rPr sz="1500" dirty="0">
                <a:latin typeface="Calibri"/>
                <a:cs typeface="Calibri"/>
              </a:rPr>
              <a:t>as</a:t>
            </a:r>
            <a:r>
              <a:rPr sz="1500" spc="-49"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5" dirty="0">
                <a:latin typeface="Calibri"/>
                <a:cs typeface="Calibri"/>
              </a:rPr>
              <a:t> </a:t>
            </a:r>
            <a:r>
              <a:rPr sz="1500" dirty="0">
                <a:latin typeface="Calibri"/>
                <a:cs typeface="Calibri"/>
              </a:rPr>
              <a:t>Liaison</a:t>
            </a:r>
            <a:r>
              <a:rPr sz="1500" spc="-49" dirty="0">
                <a:latin typeface="Calibri"/>
                <a:cs typeface="Calibri"/>
              </a:rPr>
              <a:t> </a:t>
            </a:r>
            <a:r>
              <a:rPr sz="1500" spc="-8" dirty="0">
                <a:latin typeface="Calibri"/>
                <a:cs typeface="Calibri"/>
              </a:rPr>
              <a:t>Officers</a:t>
            </a:r>
            <a:r>
              <a:rPr sz="1500" spc="-45"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many</a:t>
            </a:r>
            <a:r>
              <a:rPr sz="1500" spc="-45" dirty="0">
                <a:latin typeface="Calibri"/>
                <a:cs typeface="Calibri"/>
              </a:rPr>
              <a:t> </a:t>
            </a:r>
            <a:r>
              <a:rPr sz="1500" dirty="0">
                <a:latin typeface="Calibri"/>
                <a:cs typeface="Calibri"/>
              </a:rPr>
              <a:t>other</a:t>
            </a:r>
            <a:r>
              <a:rPr sz="1500" spc="-41" dirty="0">
                <a:latin typeface="Calibri"/>
                <a:cs typeface="Calibri"/>
              </a:rPr>
              <a:t> </a:t>
            </a:r>
            <a:r>
              <a:rPr sz="1500" spc="-8" dirty="0">
                <a:latin typeface="Calibri"/>
                <a:cs typeface="Calibri"/>
              </a:rPr>
              <a:t>variations.</a:t>
            </a:r>
            <a:r>
              <a:rPr sz="1500" spc="-49" dirty="0">
                <a:latin typeface="Calibri"/>
                <a:cs typeface="Calibri"/>
              </a:rPr>
              <a:t> </a:t>
            </a:r>
            <a:r>
              <a:rPr sz="1500" spc="-19" dirty="0">
                <a:latin typeface="Calibri"/>
                <a:cs typeface="Calibri"/>
              </a:rPr>
              <a:t>For </a:t>
            </a:r>
            <a:r>
              <a:rPr sz="1500" dirty="0">
                <a:latin typeface="Calibri"/>
                <a:cs typeface="Calibri"/>
              </a:rPr>
              <a:t>the</a:t>
            </a:r>
            <a:r>
              <a:rPr sz="1500" spc="-41" dirty="0">
                <a:latin typeface="Calibri"/>
                <a:cs typeface="Calibri"/>
              </a:rPr>
              <a:t> </a:t>
            </a:r>
            <a:r>
              <a:rPr sz="1500" dirty="0">
                <a:latin typeface="Calibri"/>
                <a:cs typeface="Calibri"/>
              </a:rPr>
              <a:t>purpose</a:t>
            </a:r>
            <a:r>
              <a:rPr sz="1500" spc="-41"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Building</a:t>
            </a:r>
            <a:r>
              <a:rPr sz="1500" spc="-41" dirty="0">
                <a:latin typeface="Calibri"/>
                <a:cs typeface="Calibri"/>
              </a:rPr>
              <a:t> </a:t>
            </a:r>
            <a:r>
              <a:rPr sz="1500" spc="-19" dirty="0">
                <a:latin typeface="Calibri"/>
                <a:cs typeface="Calibri"/>
              </a:rPr>
              <a:t>Together</a:t>
            </a:r>
            <a:r>
              <a:rPr sz="1500" spc="-38" dirty="0">
                <a:latin typeface="Calibri"/>
                <a:cs typeface="Calibri"/>
              </a:rPr>
              <a:t> </a:t>
            </a:r>
            <a:r>
              <a:rPr sz="1500" dirty="0">
                <a:latin typeface="Calibri"/>
                <a:cs typeface="Calibri"/>
              </a:rPr>
              <a:t>we</a:t>
            </a:r>
            <a:r>
              <a:rPr sz="1500" spc="-41" dirty="0">
                <a:latin typeface="Calibri"/>
                <a:cs typeface="Calibri"/>
              </a:rPr>
              <a:t> </a:t>
            </a:r>
            <a:r>
              <a:rPr sz="1500" dirty="0">
                <a:latin typeface="Calibri"/>
                <a:cs typeface="Calibri"/>
              </a:rPr>
              <a:t>have</a:t>
            </a:r>
            <a:r>
              <a:rPr sz="1500" spc="-38" dirty="0">
                <a:latin typeface="Calibri"/>
                <a:cs typeface="Calibri"/>
              </a:rPr>
              <a:t> </a:t>
            </a:r>
            <a:r>
              <a:rPr sz="1500" dirty="0">
                <a:latin typeface="Calibri"/>
                <a:cs typeface="Calibri"/>
              </a:rPr>
              <a:t>used</a:t>
            </a:r>
            <a:r>
              <a:rPr sz="1500" spc="-45"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term</a:t>
            </a:r>
            <a:r>
              <a:rPr sz="1500" spc="-41"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1" dirty="0">
                <a:latin typeface="Calibri"/>
                <a:cs typeface="Calibri"/>
              </a:rPr>
              <a:t> </a:t>
            </a:r>
            <a:r>
              <a:rPr sz="1500" spc="-19" dirty="0">
                <a:latin typeface="Calibri"/>
                <a:cs typeface="Calibri"/>
              </a:rPr>
              <a:t>Rep </a:t>
            </a:r>
            <a:r>
              <a:rPr sz="1500" dirty="0">
                <a:latin typeface="Calibri"/>
                <a:cs typeface="Calibri"/>
              </a:rPr>
              <a:t>as</a:t>
            </a:r>
            <a:r>
              <a:rPr sz="1500" spc="-34" dirty="0">
                <a:latin typeface="Calibri"/>
                <a:cs typeface="Calibri"/>
              </a:rPr>
              <a:t> </a:t>
            </a:r>
            <a:r>
              <a:rPr sz="1500" dirty="0">
                <a:latin typeface="Calibri"/>
                <a:cs typeface="Calibri"/>
              </a:rPr>
              <a:t>this</a:t>
            </a:r>
            <a:r>
              <a:rPr sz="1500" spc="-30" dirty="0">
                <a:latin typeface="Calibri"/>
                <a:cs typeface="Calibri"/>
              </a:rPr>
              <a:t> </a:t>
            </a:r>
            <a:r>
              <a:rPr sz="1500" dirty="0">
                <a:latin typeface="Calibri"/>
                <a:cs typeface="Calibri"/>
              </a:rPr>
              <a:t>is</a:t>
            </a:r>
            <a:r>
              <a:rPr sz="1500" spc="-34" dirty="0">
                <a:latin typeface="Calibri"/>
                <a:cs typeface="Calibri"/>
              </a:rPr>
              <a:t> </a:t>
            </a:r>
            <a:r>
              <a:rPr sz="1500" dirty="0">
                <a:latin typeface="Calibri"/>
                <a:cs typeface="Calibri"/>
              </a:rPr>
              <a:t>most</a:t>
            </a:r>
            <a:r>
              <a:rPr sz="1500" spc="-30" dirty="0">
                <a:latin typeface="Calibri"/>
                <a:cs typeface="Calibri"/>
              </a:rPr>
              <a:t> </a:t>
            </a:r>
            <a:r>
              <a:rPr sz="1500" dirty="0">
                <a:latin typeface="Calibri"/>
                <a:cs typeface="Calibri"/>
              </a:rPr>
              <a:t>commonly</a:t>
            </a:r>
            <a:r>
              <a:rPr sz="1500" spc="-26" dirty="0">
                <a:latin typeface="Calibri"/>
                <a:cs typeface="Calibri"/>
              </a:rPr>
              <a:t> </a:t>
            </a:r>
            <a:r>
              <a:rPr sz="1500" spc="-8" dirty="0">
                <a:latin typeface="Calibri"/>
                <a:cs typeface="Calibri"/>
              </a:rPr>
              <a:t>understood.</a:t>
            </a:r>
            <a:endParaRPr sz="1500">
              <a:latin typeface="Calibri"/>
              <a:cs typeface="Calibri"/>
            </a:endParaRPr>
          </a:p>
          <a:p>
            <a:pPr marL="170021" marR="219075" indent="-160972">
              <a:lnSpc>
                <a:spcPct val="125000"/>
              </a:lnSpc>
              <a:spcBef>
                <a:spcPts val="1500"/>
              </a:spcBef>
              <a:buChar char="•"/>
              <a:tabLst>
                <a:tab pos="170974" algn="l"/>
              </a:tabLst>
            </a:pPr>
            <a:r>
              <a:rPr sz="1500" b="1" dirty="0">
                <a:solidFill>
                  <a:srgbClr val="B02E24"/>
                </a:solidFill>
                <a:latin typeface="Calibri"/>
                <a:cs typeface="Calibri"/>
              </a:rPr>
              <a:t>A</a:t>
            </a:r>
            <a:r>
              <a:rPr sz="1500" b="1" spc="-38" dirty="0">
                <a:solidFill>
                  <a:srgbClr val="B02E24"/>
                </a:solidFill>
                <a:latin typeface="Calibri"/>
                <a:cs typeface="Calibri"/>
              </a:rPr>
              <a:t> </a:t>
            </a:r>
            <a:r>
              <a:rPr sz="1500" b="1" spc="-15" dirty="0">
                <a:solidFill>
                  <a:srgbClr val="B02E24"/>
                </a:solidFill>
                <a:latin typeface="Calibri"/>
                <a:cs typeface="Calibri"/>
              </a:rPr>
              <a:t>non-</a:t>
            </a:r>
            <a:r>
              <a:rPr sz="1500" b="1" dirty="0">
                <a:solidFill>
                  <a:srgbClr val="B02E24"/>
                </a:solidFill>
                <a:latin typeface="Calibri"/>
                <a:cs typeface="Calibri"/>
              </a:rPr>
              <a:t>collared</a:t>
            </a:r>
            <a:r>
              <a:rPr sz="1500" b="1" spc="-34" dirty="0">
                <a:solidFill>
                  <a:srgbClr val="B02E24"/>
                </a:solidFill>
                <a:latin typeface="Calibri"/>
                <a:cs typeface="Calibri"/>
              </a:rPr>
              <a:t> </a:t>
            </a:r>
            <a:r>
              <a:rPr sz="1500" b="1" dirty="0">
                <a:solidFill>
                  <a:srgbClr val="B02E24"/>
                </a:solidFill>
                <a:latin typeface="Calibri"/>
                <a:cs typeface="Calibri"/>
              </a:rPr>
              <a:t>office</a:t>
            </a:r>
            <a:r>
              <a:rPr sz="1500" b="1" spc="-38" dirty="0">
                <a:solidFill>
                  <a:srgbClr val="B02E24"/>
                </a:solidFill>
                <a:latin typeface="Calibri"/>
                <a:cs typeface="Calibri"/>
              </a:rPr>
              <a:t> </a:t>
            </a:r>
            <a:r>
              <a:rPr sz="1500" b="1" dirty="0">
                <a:solidFill>
                  <a:srgbClr val="B02E24"/>
                </a:solidFill>
                <a:latin typeface="Calibri"/>
                <a:cs typeface="Calibri"/>
              </a:rPr>
              <a:t>in</a:t>
            </a:r>
            <a:r>
              <a:rPr sz="1500" b="1" spc="-34" dirty="0">
                <a:solidFill>
                  <a:srgbClr val="B02E24"/>
                </a:solidFill>
                <a:latin typeface="Calibri"/>
                <a:cs typeface="Calibri"/>
              </a:rPr>
              <a:t> </a:t>
            </a:r>
            <a:r>
              <a:rPr sz="1500" b="1" dirty="0">
                <a:solidFill>
                  <a:srgbClr val="B02E24"/>
                </a:solidFill>
                <a:latin typeface="Calibri"/>
                <a:cs typeface="Calibri"/>
              </a:rPr>
              <a:t>a</a:t>
            </a:r>
            <a:r>
              <a:rPr sz="1500" b="1" spc="-34" dirty="0">
                <a:solidFill>
                  <a:srgbClr val="B02E24"/>
                </a:solidFill>
                <a:latin typeface="Calibri"/>
                <a:cs typeface="Calibri"/>
              </a:rPr>
              <a:t> </a:t>
            </a:r>
            <a:r>
              <a:rPr sz="1500" b="1" dirty="0">
                <a:solidFill>
                  <a:srgbClr val="B02E24"/>
                </a:solidFill>
                <a:latin typeface="Calibri"/>
                <a:cs typeface="Calibri"/>
              </a:rPr>
              <a:t>Lodge,</a:t>
            </a:r>
            <a:r>
              <a:rPr sz="1500" b="1" spc="-38" dirty="0">
                <a:solidFill>
                  <a:srgbClr val="B02E24"/>
                </a:solidFill>
                <a:latin typeface="Calibri"/>
                <a:cs typeface="Calibri"/>
              </a:rPr>
              <a:t> </a:t>
            </a:r>
            <a:r>
              <a:rPr sz="1500" b="1" dirty="0">
                <a:solidFill>
                  <a:srgbClr val="B02E24"/>
                </a:solidFill>
                <a:latin typeface="Calibri"/>
                <a:cs typeface="Calibri"/>
              </a:rPr>
              <a:t>the</a:t>
            </a:r>
            <a:r>
              <a:rPr sz="1500" b="1" spc="-34" dirty="0">
                <a:solidFill>
                  <a:srgbClr val="B02E24"/>
                </a:solidFill>
                <a:latin typeface="Calibri"/>
                <a:cs typeface="Calibri"/>
              </a:rPr>
              <a:t> </a:t>
            </a:r>
            <a:r>
              <a:rPr sz="1500" b="1" dirty="0">
                <a:solidFill>
                  <a:srgbClr val="B02E24"/>
                </a:solidFill>
                <a:latin typeface="Calibri"/>
                <a:cs typeface="Calibri"/>
              </a:rPr>
              <a:t>Royal</a:t>
            </a:r>
            <a:r>
              <a:rPr sz="1500" b="1" spc="-38" dirty="0">
                <a:solidFill>
                  <a:srgbClr val="B02E24"/>
                </a:solidFill>
                <a:latin typeface="Calibri"/>
                <a:cs typeface="Calibri"/>
              </a:rPr>
              <a:t> </a:t>
            </a:r>
            <a:r>
              <a:rPr sz="1500" b="1" dirty="0">
                <a:solidFill>
                  <a:srgbClr val="B02E24"/>
                </a:solidFill>
                <a:latin typeface="Calibri"/>
                <a:cs typeface="Calibri"/>
              </a:rPr>
              <a:t>Arch</a:t>
            </a:r>
            <a:r>
              <a:rPr sz="1500" b="1" spc="-34" dirty="0">
                <a:solidFill>
                  <a:srgbClr val="B02E24"/>
                </a:solidFill>
                <a:latin typeface="Calibri"/>
                <a:cs typeface="Calibri"/>
              </a:rPr>
              <a:t> </a:t>
            </a:r>
            <a:r>
              <a:rPr sz="1500" b="1" dirty="0">
                <a:solidFill>
                  <a:srgbClr val="B02E24"/>
                </a:solidFill>
                <a:latin typeface="Calibri"/>
                <a:cs typeface="Calibri"/>
              </a:rPr>
              <a:t>Rep</a:t>
            </a:r>
            <a:r>
              <a:rPr sz="1500" b="1" spc="-34" dirty="0">
                <a:solidFill>
                  <a:srgbClr val="B02E24"/>
                </a:solidFill>
                <a:latin typeface="Calibri"/>
                <a:cs typeface="Calibri"/>
              </a:rPr>
              <a:t> </a:t>
            </a:r>
            <a:r>
              <a:rPr sz="1500" b="1" dirty="0">
                <a:solidFill>
                  <a:srgbClr val="B02E24"/>
                </a:solidFill>
                <a:latin typeface="Calibri"/>
                <a:cs typeface="Calibri"/>
              </a:rPr>
              <a:t>is</a:t>
            </a:r>
            <a:r>
              <a:rPr sz="1500" b="1" spc="-34" dirty="0">
                <a:solidFill>
                  <a:srgbClr val="B02E24"/>
                </a:solidFill>
                <a:latin typeface="Calibri"/>
                <a:cs typeface="Calibri"/>
              </a:rPr>
              <a:t> </a:t>
            </a:r>
            <a:r>
              <a:rPr sz="1500" b="1" dirty="0">
                <a:solidFill>
                  <a:srgbClr val="B02E24"/>
                </a:solidFill>
                <a:latin typeface="Calibri"/>
                <a:cs typeface="Calibri"/>
              </a:rPr>
              <a:t>the</a:t>
            </a:r>
            <a:r>
              <a:rPr sz="1500" b="1" spc="-38" dirty="0">
                <a:solidFill>
                  <a:srgbClr val="B02E24"/>
                </a:solidFill>
                <a:latin typeface="Calibri"/>
                <a:cs typeface="Calibri"/>
              </a:rPr>
              <a:t> </a:t>
            </a:r>
            <a:r>
              <a:rPr sz="1500" b="1" spc="-8" dirty="0">
                <a:solidFill>
                  <a:srgbClr val="B02E24"/>
                </a:solidFill>
                <a:latin typeface="Calibri"/>
                <a:cs typeface="Calibri"/>
              </a:rPr>
              <a:t>Lodge’s 	</a:t>
            </a:r>
            <a:r>
              <a:rPr sz="1500" b="1" dirty="0">
                <a:solidFill>
                  <a:srgbClr val="B02E24"/>
                </a:solidFill>
                <a:latin typeface="Calibri"/>
                <a:cs typeface="Calibri"/>
              </a:rPr>
              <a:t>Champion</a:t>
            </a:r>
            <a:r>
              <a:rPr sz="1500" b="1" spc="-41" dirty="0">
                <a:solidFill>
                  <a:srgbClr val="B02E24"/>
                </a:solidFill>
                <a:latin typeface="Calibri"/>
                <a:cs typeface="Calibri"/>
              </a:rPr>
              <a:t> </a:t>
            </a:r>
            <a:r>
              <a:rPr sz="1500" b="1" dirty="0">
                <a:solidFill>
                  <a:srgbClr val="B02E24"/>
                </a:solidFill>
                <a:latin typeface="Calibri"/>
                <a:cs typeface="Calibri"/>
              </a:rPr>
              <a:t>of</a:t>
            </a:r>
            <a:r>
              <a:rPr sz="1500" b="1" spc="-45" dirty="0">
                <a:solidFill>
                  <a:srgbClr val="B02E24"/>
                </a:solidFill>
                <a:latin typeface="Calibri"/>
                <a:cs typeface="Calibri"/>
              </a:rPr>
              <a:t> </a:t>
            </a:r>
            <a:r>
              <a:rPr sz="1500" b="1" dirty="0">
                <a:solidFill>
                  <a:srgbClr val="B02E24"/>
                </a:solidFill>
                <a:latin typeface="Calibri"/>
                <a:cs typeface="Calibri"/>
              </a:rPr>
              <a:t>the</a:t>
            </a:r>
            <a:r>
              <a:rPr sz="1500" b="1" spc="-45" dirty="0">
                <a:solidFill>
                  <a:srgbClr val="B02E24"/>
                </a:solidFill>
                <a:latin typeface="Calibri"/>
                <a:cs typeface="Calibri"/>
              </a:rPr>
              <a:t> </a:t>
            </a:r>
            <a:r>
              <a:rPr sz="1500" b="1" dirty="0">
                <a:solidFill>
                  <a:srgbClr val="B02E24"/>
                </a:solidFill>
                <a:latin typeface="Calibri"/>
                <a:cs typeface="Calibri"/>
              </a:rPr>
              <a:t>Royal</a:t>
            </a:r>
            <a:r>
              <a:rPr sz="1500" b="1" spc="-41" dirty="0">
                <a:solidFill>
                  <a:srgbClr val="B02E24"/>
                </a:solidFill>
                <a:latin typeface="Calibri"/>
                <a:cs typeface="Calibri"/>
              </a:rPr>
              <a:t> </a:t>
            </a:r>
            <a:r>
              <a:rPr sz="1500" b="1" dirty="0">
                <a:solidFill>
                  <a:srgbClr val="B02E24"/>
                </a:solidFill>
                <a:latin typeface="Calibri"/>
                <a:cs typeface="Calibri"/>
              </a:rPr>
              <a:t>Arch</a:t>
            </a:r>
            <a:r>
              <a:rPr sz="1500" dirty="0">
                <a:latin typeface="Calibri"/>
                <a:cs typeface="Calibri"/>
              </a:rPr>
              <a:t>,</a:t>
            </a:r>
            <a:r>
              <a:rPr sz="1500" spc="-41" dirty="0">
                <a:latin typeface="Calibri"/>
                <a:cs typeface="Calibri"/>
              </a:rPr>
              <a:t> </a:t>
            </a:r>
            <a:r>
              <a:rPr sz="1500" dirty="0">
                <a:latin typeface="Calibri"/>
                <a:cs typeface="Calibri"/>
              </a:rPr>
              <a:t>this</a:t>
            </a:r>
            <a:r>
              <a:rPr sz="1500" spc="-45" dirty="0">
                <a:latin typeface="Calibri"/>
                <a:cs typeface="Calibri"/>
              </a:rPr>
              <a:t> </a:t>
            </a:r>
            <a:r>
              <a:rPr sz="1500" dirty="0">
                <a:latin typeface="Calibri"/>
                <a:cs typeface="Calibri"/>
              </a:rPr>
              <a:t>does</a:t>
            </a:r>
            <a:r>
              <a:rPr sz="1500" spc="-45" dirty="0">
                <a:latin typeface="Calibri"/>
                <a:cs typeface="Calibri"/>
              </a:rPr>
              <a:t> </a:t>
            </a:r>
            <a:r>
              <a:rPr sz="1500" dirty="0">
                <a:latin typeface="Calibri"/>
                <a:cs typeface="Calibri"/>
              </a:rPr>
              <a:t>not</a:t>
            </a:r>
            <a:r>
              <a:rPr sz="1500" spc="-45" dirty="0">
                <a:latin typeface="Calibri"/>
                <a:cs typeface="Calibri"/>
              </a:rPr>
              <a:t> </a:t>
            </a:r>
            <a:r>
              <a:rPr sz="1500" spc="-8" dirty="0">
                <a:latin typeface="Calibri"/>
                <a:cs typeface="Calibri"/>
              </a:rPr>
              <a:t>exclude</a:t>
            </a:r>
            <a:r>
              <a:rPr sz="1500" spc="-41" dirty="0">
                <a:latin typeface="Calibri"/>
                <a:cs typeface="Calibri"/>
              </a:rPr>
              <a:t> </a:t>
            </a:r>
            <a:r>
              <a:rPr sz="1500" dirty="0">
                <a:latin typeface="Calibri"/>
                <a:cs typeface="Calibri"/>
              </a:rPr>
              <a:t>any</a:t>
            </a:r>
            <a:r>
              <a:rPr sz="1500" spc="-41" dirty="0">
                <a:latin typeface="Calibri"/>
                <a:cs typeface="Calibri"/>
              </a:rPr>
              <a:t> </a:t>
            </a:r>
            <a:r>
              <a:rPr sz="1500" spc="-8" dirty="0">
                <a:latin typeface="Calibri"/>
                <a:cs typeface="Calibri"/>
              </a:rPr>
              <a:t>other 	</a:t>
            </a:r>
            <a:r>
              <a:rPr sz="1500" dirty="0">
                <a:latin typeface="Calibri"/>
                <a:cs typeface="Calibri"/>
              </a:rPr>
              <a:t>Companion</a:t>
            </a:r>
            <a:r>
              <a:rPr sz="1500" spc="-34" dirty="0">
                <a:latin typeface="Calibri"/>
                <a:cs typeface="Calibri"/>
              </a:rPr>
              <a:t> </a:t>
            </a:r>
            <a:r>
              <a:rPr sz="1500" spc="-8" dirty="0">
                <a:latin typeface="Calibri"/>
                <a:cs typeface="Calibri"/>
              </a:rPr>
              <a:t>advocating</a:t>
            </a:r>
            <a:r>
              <a:rPr sz="1500" spc="-26" dirty="0">
                <a:latin typeface="Calibri"/>
                <a:cs typeface="Calibri"/>
              </a:rPr>
              <a:t> </a:t>
            </a:r>
            <a:r>
              <a:rPr sz="1500" dirty="0">
                <a:latin typeface="Calibri"/>
                <a:cs typeface="Calibri"/>
              </a:rPr>
              <a:t>the</a:t>
            </a:r>
            <a:r>
              <a:rPr sz="1500" spc="-30" dirty="0">
                <a:latin typeface="Calibri"/>
                <a:cs typeface="Calibri"/>
              </a:rPr>
              <a:t> </a:t>
            </a:r>
            <a:r>
              <a:rPr sz="1500" spc="-8" dirty="0">
                <a:latin typeface="Calibri"/>
                <a:cs typeface="Calibri"/>
              </a:rPr>
              <a:t>Royal</a:t>
            </a:r>
            <a:r>
              <a:rPr sz="1500" spc="-30" dirty="0">
                <a:latin typeface="Calibri"/>
                <a:cs typeface="Calibri"/>
              </a:rPr>
              <a:t> </a:t>
            </a:r>
            <a:r>
              <a:rPr sz="1500" dirty="0">
                <a:latin typeface="Calibri"/>
                <a:cs typeface="Calibri"/>
              </a:rPr>
              <a:t>Arch</a:t>
            </a:r>
            <a:r>
              <a:rPr sz="1500" spc="-30" dirty="0">
                <a:latin typeface="Calibri"/>
                <a:cs typeface="Calibri"/>
              </a:rPr>
              <a:t> </a:t>
            </a:r>
            <a:r>
              <a:rPr sz="1500" dirty="0">
                <a:latin typeface="Calibri"/>
                <a:cs typeface="Calibri"/>
              </a:rPr>
              <a:t>as</a:t>
            </a:r>
            <a:r>
              <a:rPr sz="1500" spc="-34" dirty="0">
                <a:latin typeface="Calibri"/>
                <a:cs typeface="Calibri"/>
              </a:rPr>
              <a:t> </a:t>
            </a:r>
            <a:r>
              <a:rPr sz="1500" b="1" i="1" dirty="0">
                <a:latin typeface="Calibri"/>
                <a:cs typeface="Calibri"/>
              </a:rPr>
              <a:t>all</a:t>
            </a:r>
            <a:r>
              <a:rPr sz="1500" b="1" i="1" spc="-26" dirty="0">
                <a:latin typeface="Calibri"/>
                <a:cs typeface="Calibri"/>
              </a:rPr>
              <a:t> </a:t>
            </a:r>
            <a:r>
              <a:rPr sz="1500" b="1" i="1" spc="-8" dirty="0">
                <a:latin typeface="Calibri"/>
                <a:cs typeface="Calibri"/>
              </a:rPr>
              <a:t>Companions</a:t>
            </a:r>
            <a:endParaRPr sz="1500">
              <a:latin typeface="Calibri"/>
              <a:cs typeface="Calibri"/>
            </a:endParaRPr>
          </a:p>
          <a:p>
            <a:pPr marL="170974">
              <a:spcBef>
                <a:spcPts val="450"/>
              </a:spcBef>
            </a:pPr>
            <a:r>
              <a:rPr sz="1500" b="1" i="1" dirty="0">
                <a:latin typeface="Calibri"/>
                <a:cs typeface="Calibri"/>
              </a:rPr>
              <a:t>should</a:t>
            </a:r>
            <a:r>
              <a:rPr sz="1500" b="1" i="1" spc="-23" dirty="0">
                <a:latin typeface="Calibri"/>
                <a:cs typeface="Calibri"/>
              </a:rPr>
              <a:t> </a:t>
            </a:r>
            <a:r>
              <a:rPr sz="1500" b="1" i="1" dirty="0">
                <a:latin typeface="Calibri"/>
                <a:cs typeface="Calibri"/>
              </a:rPr>
              <a:t>be</a:t>
            </a:r>
            <a:r>
              <a:rPr sz="1500" b="1" i="1" spc="-19" dirty="0">
                <a:latin typeface="Calibri"/>
                <a:cs typeface="Calibri"/>
              </a:rPr>
              <a:t> </a:t>
            </a:r>
            <a:r>
              <a:rPr sz="1500" b="1" i="1" dirty="0">
                <a:latin typeface="Calibri"/>
                <a:cs typeface="Calibri"/>
              </a:rPr>
              <a:t>Royal</a:t>
            </a:r>
            <a:r>
              <a:rPr sz="1500" b="1" i="1" spc="-15" dirty="0">
                <a:latin typeface="Calibri"/>
                <a:cs typeface="Calibri"/>
              </a:rPr>
              <a:t> </a:t>
            </a:r>
            <a:r>
              <a:rPr sz="1500" b="1" i="1" dirty="0">
                <a:latin typeface="Calibri"/>
                <a:cs typeface="Calibri"/>
              </a:rPr>
              <a:t>Arch</a:t>
            </a:r>
            <a:r>
              <a:rPr sz="1500" b="1" i="1" spc="-15" dirty="0">
                <a:latin typeface="Calibri"/>
                <a:cs typeface="Calibri"/>
              </a:rPr>
              <a:t> </a:t>
            </a:r>
            <a:r>
              <a:rPr sz="1500" b="1" i="1" spc="-8" dirty="0">
                <a:latin typeface="Calibri"/>
                <a:cs typeface="Calibri"/>
              </a:rPr>
              <a:t>Champions</a:t>
            </a:r>
            <a:r>
              <a:rPr sz="1500" spc="-8" dirty="0">
                <a:latin typeface="Calibri"/>
                <a:cs typeface="Calibri"/>
              </a:rPr>
              <a:t>.</a:t>
            </a:r>
            <a:endParaRPr sz="1500">
              <a:latin typeface="Calibri"/>
              <a:cs typeface="Calibri"/>
            </a:endParaRPr>
          </a:p>
          <a:p>
            <a:pPr marL="170497" marR="172403" indent="-160972">
              <a:lnSpc>
                <a:spcPct val="125000"/>
              </a:lnSpc>
              <a:spcBef>
                <a:spcPts val="1500"/>
              </a:spcBef>
              <a:buChar char="•"/>
              <a:tabLst>
                <a:tab pos="171450" algn="l"/>
              </a:tabLst>
            </a:pPr>
            <a:r>
              <a:rPr sz="1500" b="1" dirty="0">
                <a:solidFill>
                  <a:srgbClr val="B02E24"/>
                </a:solidFill>
                <a:latin typeface="Calibri"/>
                <a:cs typeface="Calibri"/>
              </a:rPr>
              <a:t>The</a:t>
            </a:r>
            <a:r>
              <a:rPr sz="1500" b="1" spc="-38" dirty="0">
                <a:solidFill>
                  <a:srgbClr val="B02E24"/>
                </a:solidFill>
                <a:latin typeface="Calibri"/>
                <a:cs typeface="Calibri"/>
              </a:rPr>
              <a:t> </a:t>
            </a:r>
            <a:r>
              <a:rPr sz="1500" b="1" dirty="0">
                <a:solidFill>
                  <a:srgbClr val="B02E24"/>
                </a:solidFill>
                <a:latin typeface="Calibri"/>
                <a:cs typeface="Calibri"/>
              </a:rPr>
              <a:t>Royal</a:t>
            </a:r>
            <a:r>
              <a:rPr sz="1500" b="1" spc="-30" dirty="0">
                <a:solidFill>
                  <a:srgbClr val="B02E24"/>
                </a:solidFill>
                <a:latin typeface="Calibri"/>
                <a:cs typeface="Calibri"/>
              </a:rPr>
              <a:t> </a:t>
            </a:r>
            <a:r>
              <a:rPr sz="1500" b="1" dirty="0">
                <a:solidFill>
                  <a:srgbClr val="B02E24"/>
                </a:solidFill>
                <a:latin typeface="Calibri"/>
                <a:cs typeface="Calibri"/>
              </a:rPr>
              <a:t>Arch</a:t>
            </a:r>
            <a:r>
              <a:rPr sz="1500" b="1" spc="-34" dirty="0">
                <a:solidFill>
                  <a:srgbClr val="B02E24"/>
                </a:solidFill>
                <a:latin typeface="Calibri"/>
                <a:cs typeface="Calibri"/>
              </a:rPr>
              <a:t> </a:t>
            </a:r>
            <a:r>
              <a:rPr sz="1500" b="1" dirty="0">
                <a:solidFill>
                  <a:srgbClr val="B02E24"/>
                </a:solidFill>
                <a:latin typeface="Calibri"/>
                <a:cs typeface="Calibri"/>
              </a:rPr>
              <a:t>Rep</a:t>
            </a:r>
            <a:r>
              <a:rPr sz="1500" b="1" spc="-30" dirty="0">
                <a:solidFill>
                  <a:srgbClr val="B02E24"/>
                </a:solidFill>
                <a:latin typeface="Calibri"/>
                <a:cs typeface="Calibri"/>
              </a:rPr>
              <a:t> </a:t>
            </a:r>
            <a:r>
              <a:rPr sz="1500" b="1" dirty="0">
                <a:solidFill>
                  <a:srgbClr val="B02E24"/>
                </a:solidFill>
                <a:latin typeface="Calibri"/>
                <a:cs typeface="Calibri"/>
              </a:rPr>
              <a:t>should</a:t>
            </a:r>
            <a:r>
              <a:rPr sz="1500" b="1" spc="-34" dirty="0">
                <a:solidFill>
                  <a:srgbClr val="B02E24"/>
                </a:solidFill>
                <a:latin typeface="Calibri"/>
                <a:cs typeface="Calibri"/>
              </a:rPr>
              <a:t> </a:t>
            </a:r>
            <a:r>
              <a:rPr sz="1500" b="1" dirty="0">
                <a:solidFill>
                  <a:srgbClr val="B02E24"/>
                </a:solidFill>
                <a:latin typeface="Calibri"/>
                <a:cs typeface="Calibri"/>
              </a:rPr>
              <a:t>work</a:t>
            </a:r>
            <a:r>
              <a:rPr sz="1500" b="1" spc="-34" dirty="0">
                <a:solidFill>
                  <a:srgbClr val="B02E24"/>
                </a:solidFill>
                <a:latin typeface="Calibri"/>
                <a:cs typeface="Calibri"/>
              </a:rPr>
              <a:t> </a:t>
            </a:r>
            <a:r>
              <a:rPr sz="1500" b="1" dirty="0">
                <a:solidFill>
                  <a:srgbClr val="B02E24"/>
                </a:solidFill>
                <a:latin typeface="Calibri"/>
                <a:cs typeface="Calibri"/>
              </a:rPr>
              <a:t>in</a:t>
            </a:r>
            <a:r>
              <a:rPr sz="1500" b="1" spc="-34" dirty="0">
                <a:solidFill>
                  <a:srgbClr val="B02E24"/>
                </a:solidFill>
                <a:latin typeface="Calibri"/>
                <a:cs typeface="Calibri"/>
              </a:rPr>
              <a:t> </a:t>
            </a:r>
            <a:r>
              <a:rPr sz="1500" b="1" dirty="0">
                <a:solidFill>
                  <a:srgbClr val="B02E24"/>
                </a:solidFill>
                <a:latin typeface="Calibri"/>
                <a:cs typeface="Calibri"/>
              </a:rPr>
              <a:t>conjunction</a:t>
            </a:r>
            <a:r>
              <a:rPr sz="1500" b="1" spc="-30" dirty="0">
                <a:solidFill>
                  <a:srgbClr val="B02E24"/>
                </a:solidFill>
                <a:latin typeface="Calibri"/>
                <a:cs typeface="Calibri"/>
              </a:rPr>
              <a:t> </a:t>
            </a:r>
            <a:r>
              <a:rPr sz="1500" b="1" dirty="0">
                <a:solidFill>
                  <a:srgbClr val="B02E24"/>
                </a:solidFill>
                <a:latin typeface="Calibri"/>
                <a:cs typeface="Calibri"/>
              </a:rPr>
              <a:t>with</a:t>
            </a:r>
            <a:r>
              <a:rPr sz="1500" b="1" spc="-34" dirty="0">
                <a:solidFill>
                  <a:srgbClr val="B02E24"/>
                </a:solidFill>
                <a:latin typeface="Calibri"/>
                <a:cs typeface="Calibri"/>
              </a:rPr>
              <a:t> </a:t>
            </a:r>
            <a:r>
              <a:rPr sz="1500" b="1" dirty="0">
                <a:solidFill>
                  <a:srgbClr val="B02E24"/>
                </a:solidFill>
                <a:latin typeface="Calibri"/>
                <a:cs typeface="Calibri"/>
              </a:rPr>
              <a:t>the</a:t>
            </a:r>
            <a:r>
              <a:rPr sz="1500" b="1" spc="-34" dirty="0">
                <a:solidFill>
                  <a:srgbClr val="B02E24"/>
                </a:solidFill>
                <a:latin typeface="Calibri"/>
                <a:cs typeface="Calibri"/>
              </a:rPr>
              <a:t> </a:t>
            </a:r>
            <a:r>
              <a:rPr sz="1500" b="1" spc="-8" dirty="0">
                <a:solidFill>
                  <a:srgbClr val="B02E24"/>
                </a:solidFill>
                <a:latin typeface="Calibri"/>
                <a:cs typeface="Calibri"/>
              </a:rPr>
              <a:t>Lodge 	</a:t>
            </a:r>
            <a:r>
              <a:rPr sz="1500" b="1" dirty="0">
                <a:solidFill>
                  <a:srgbClr val="B02E24"/>
                </a:solidFill>
                <a:latin typeface="Calibri"/>
                <a:cs typeface="Calibri"/>
              </a:rPr>
              <a:t>Mentor</a:t>
            </a:r>
            <a:r>
              <a:rPr sz="1500" b="1" spc="-38" dirty="0">
                <a:solidFill>
                  <a:srgbClr val="B02E24"/>
                </a:solidFill>
                <a:latin typeface="Calibri"/>
                <a:cs typeface="Calibri"/>
              </a:rPr>
              <a:t> </a:t>
            </a:r>
            <a:r>
              <a:rPr sz="1500" b="1" dirty="0">
                <a:solidFill>
                  <a:srgbClr val="B02E24"/>
                </a:solidFill>
                <a:latin typeface="Calibri"/>
                <a:cs typeface="Calibri"/>
              </a:rPr>
              <a:t>and</a:t>
            </a:r>
            <a:r>
              <a:rPr sz="1500" b="1" spc="-34" dirty="0">
                <a:solidFill>
                  <a:srgbClr val="B02E24"/>
                </a:solidFill>
                <a:latin typeface="Calibri"/>
                <a:cs typeface="Calibri"/>
              </a:rPr>
              <a:t> </a:t>
            </a:r>
            <a:r>
              <a:rPr sz="1500" b="1" spc="-8" dirty="0">
                <a:solidFill>
                  <a:srgbClr val="B02E24"/>
                </a:solidFill>
                <a:latin typeface="Calibri"/>
                <a:cs typeface="Calibri"/>
              </a:rPr>
              <a:t>personal</a:t>
            </a:r>
            <a:r>
              <a:rPr sz="1500" b="1" spc="-34" dirty="0">
                <a:solidFill>
                  <a:srgbClr val="B02E24"/>
                </a:solidFill>
                <a:latin typeface="Calibri"/>
                <a:cs typeface="Calibri"/>
              </a:rPr>
              <a:t> </a:t>
            </a:r>
            <a:r>
              <a:rPr sz="1500" b="1" spc="-8" dirty="0">
                <a:solidFill>
                  <a:srgbClr val="B02E24"/>
                </a:solidFill>
                <a:latin typeface="Calibri"/>
                <a:cs typeface="Calibri"/>
              </a:rPr>
              <a:t>mentors</a:t>
            </a:r>
            <a:r>
              <a:rPr sz="1500" b="1" spc="-34" dirty="0">
                <a:solidFill>
                  <a:srgbClr val="B02E24"/>
                </a:solidFill>
                <a:latin typeface="Calibri"/>
                <a:cs typeface="Calibri"/>
              </a:rPr>
              <a:t> </a:t>
            </a:r>
            <a:r>
              <a:rPr sz="1500" b="1" dirty="0">
                <a:solidFill>
                  <a:srgbClr val="B02E24"/>
                </a:solidFill>
                <a:latin typeface="Calibri"/>
                <a:cs typeface="Calibri"/>
              </a:rPr>
              <a:t>of</a:t>
            </a:r>
            <a:r>
              <a:rPr sz="1500" b="1" spc="-34" dirty="0">
                <a:solidFill>
                  <a:srgbClr val="B02E24"/>
                </a:solidFill>
                <a:latin typeface="Calibri"/>
                <a:cs typeface="Calibri"/>
              </a:rPr>
              <a:t> </a:t>
            </a:r>
            <a:r>
              <a:rPr sz="1500" b="1" dirty="0">
                <a:solidFill>
                  <a:srgbClr val="B02E24"/>
                </a:solidFill>
                <a:latin typeface="Calibri"/>
                <a:cs typeface="Calibri"/>
              </a:rPr>
              <a:t>EAs,</a:t>
            </a:r>
            <a:r>
              <a:rPr sz="1500" b="1" spc="-34" dirty="0">
                <a:solidFill>
                  <a:srgbClr val="B02E24"/>
                </a:solidFill>
                <a:latin typeface="Calibri"/>
                <a:cs typeface="Calibri"/>
              </a:rPr>
              <a:t> </a:t>
            </a:r>
            <a:r>
              <a:rPr sz="1500" b="1" dirty="0">
                <a:solidFill>
                  <a:srgbClr val="B02E24"/>
                </a:solidFill>
                <a:latin typeface="Calibri"/>
                <a:cs typeface="Calibri"/>
              </a:rPr>
              <a:t>FCs</a:t>
            </a:r>
            <a:r>
              <a:rPr sz="1500" b="1" spc="-30" dirty="0">
                <a:solidFill>
                  <a:srgbClr val="B02E24"/>
                </a:solidFill>
                <a:latin typeface="Calibri"/>
                <a:cs typeface="Calibri"/>
              </a:rPr>
              <a:t> </a:t>
            </a:r>
            <a:r>
              <a:rPr sz="1500" b="1" dirty="0">
                <a:solidFill>
                  <a:srgbClr val="B02E24"/>
                </a:solidFill>
                <a:latin typeface="Calibri"/>
                <a:cs typeface="Calibri"/>
              </a:rPr>
              <a:t>and</a:t>
            </a:r>
            <a:r>
              <a:rPr sz="1500" b="1" spc="-34" dirty="0">
                <a:solidFill>
                  <a:srgbClr val="B02E24"/>
                </a:solidFill>
                <a:latin typeface="Calibri"/>
                <a:cs typeface="Calibri"/>
              </a:rPr>
              <a:t> </a:t>
            </a:r>
            <a:r>
              <a:rPr sz="1500" b="1" dirty="0">
                <a:solidFill>
                  <a:srgbClr val="B02E24"/>
                </a:solidFill>
                <a:latin typeface="Calibri"/>
                <a:cs typeface="Calibri"/>
              </a:rPr>
              <a:t>MMs</a:t>
            </a:r>
            <a:r>
              <a:rPr sz="1500" b="1" spc="-34" dirty="0">
                <a:solidFill>
                  <a:srgbClr val="B02E24"/>
                </a:solidFill>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help</a:t>
            </a:r>
            <a:r>
              <a:rPr sz="1500" spc="-34" dirty="0">
                <a:latin typeface="Calibri"/>
                <a:cs typeface="Calibri"/>
              </a:rPr>
              <a:t> </a:t>
            </a:r>
            <a:r>
              <a:rPr sz="1500" spc="-15" dirty="0">
                <a:latin typeface="Calibri"/>
                <a:cs typeface="Calibri"/>
              </a:rPr>
              <a:t>give 	</a:t>
            </a:r>
            <a:r>
              <a:rPr sz="1500" spc="-8" dirty="0">
                <a:latin typeface="Calibri"/>
                <a:cs typeface="Calibri"/>
              </a:rPr>
              <a:t>context</a:t>
            </a:r>
            <a:r>
              <a:rPr sz="1500" spc="-45"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1" dirty="0">
                <a:latin typeface="Calibri"/>
                <a:cs typeface="Calibri"/>
              </a:rPr>
              <a:t> </a:t>
            </a:r>
            <a:r>
              <a:rPr sz="1500" dirty="0">
                <a:latin typeface="Calibri"/>
                <a:cs typeface="Calibri"/>
              </a:rPr>
              <a:t>and</a:t>
            </a:r>
            <a:r>
              <a:rPr sz="1500" spc="-45" dirty="0">
                <a:latin typeface="Calibri"/>
                <a:cs typeface="Calibri"/>
              </a:rPr>
              <a:t> </a:t>
            </a:r>
            <a:r>
              <a:rPr sz="1500" dirty="0">
                <a:latin typeface="Calibri"/>
                <a:cs typeface="Calibri"/>
              </a:rPr>
              <a:t>support</a:t>
            </a:r>
            <a:r>
              <a:rPr sz="1500" spc="-41" dirty="0">
                <a:latin typeface="Calibri"/>
                <a:cs typeface="Calibri"/>
              </a:rPr>
              <a:t> </a:t>
            </a:r>
            <a:r>
              <a:rPr sz="1500" dirty="0">
                <a:latin typeface="Calibri"/>
                <a:cs typeface="Calibri"/>
              </a:rPr>
              <a:t>the</a:t>
            </a:r>
            <a:r>
              <a:rPr sz="1500" spc="-41" dirty="0">
                <a:latin typeface="Calibri"/>
                <a:cs typeface="Calibri"/>
              </a:rPr>
              <a:t> </a:t>
            </a:r>
            <a:r>
              <a:rPr sz="1500" dirty="0">
                <a:latin typeface="Calibri"/>
                <a:cs typeface="Calibri"/>
              </a:rPr>
              <a:t>Lodge</a:t>
            </a:r>
            <a:r>
              <a:rPr sz="1500" spc="-38" dirty="0">
                <a:latin typeface="Calibri"/>
                <a:cs typeface="Calibri"/>
              </a:rPr>
              <a:t> </a:t>
            </a:r>
            <a:r>
              <a:rPr sz="1500" dirty="0">
                <a:latin typeface="Calibri"/>
                <a:cs typeface="Calibri"/>
              </a:rPr>
              <a:t>mentoring</a:t>
            </a:r>
            <a:r>
              <a:rPr sz="1500" spc="-41" dirty="0">
                <a:latin typeface="Calibri"/>
                <a:cs typeface="Calibri"/>
              </a:rPr>
              <a:t> </a:t>
            </a:r>
            <a:r>
              <a:rPr sz="1500" dirty="0">
                <a:latin typeface="Calibri"/>
                <a:cs typeface="Calibri"/>
              </a:rPr>
              <a:t>team</a:t>
            </a:r>
            <a:r>
              <a:rPr sz="1500" spc="-41" dirty="0">
                <a:latin typeface="Calibri"/>
                <a:cs typeface="Calibri"/>
              </a:rPr>
              <a:t> </a:t>
            </a:r>
            <a:r>
              <a:rPr sz="1500" spc="-19" dirty="0">
                <a:latin typeface="Calibri"/>
                <a:cs typeface="Calibri"/>
              </a:rPr>
              <a:t>in 	</a:t>
            </a:r>
            <a:r>
              <a:rPr sz="1500" spc="-8" dirty="0">
                <a:latin typeface="Calibri"/>
                <a:cs typeface="Calibri"/>
              </a:rPr>
              <a:t>signposting</a:t>
            </a:r>
            <a:r>
              <a:rPr sz="1500" spc="-45" dirty="0">
                <a:latin typeface="Calibri"/>
                <a:cs typeface="Calibri"/>
              </a:rPr>
              <a:t> </a:t>
            </a:r>
            <a:r>
              <a:rPr sz="1500" dirty="0">
                <a:latin typeface="Calibri"/>
                <a:cs typeface="Calibri"/>
              </a:rPr>
              <a:t>suitable</a:t>
            </a:r>
            <a:r>
              <a:rPr sz="1500" spc="-41"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5" dirty="0">
                <a:latin typeface="Calibri"/>
                <a:cs typeface="Calibri"/>
              </a:rPr>
              <a:t> </a:t>
            </a:r>
            <a:r>
              <a:rPr sz="1500" spc="-8" dirty="0">
                <a:latin typeface="Calibri"/>
                <a:cs typeface="Calibri"/>
              </a:rPr>
              <a:t>Chapters</a:t>
            </a:r>
            <a:r>
              <a:rPr sz="1500" spc="-49" dirty="0">
                <a:latin typeface="Calibri"/>
                <a:cs typeface="Calibri"/>
              </a:rPr>
              <a:t> </a:t>
            </a:r>
            <a:r>
              <a:rPr sz="1500" dirty="0">
                <a:latin typeface="Calibri"/>
                <a:cs typeface="Calibri"/>
              </a:rPr>
              <a:t>which</a:t>
            </a:r>
            <a:r>
              <a:rPr sz="1500" spc="-45" dirty="0">
                <a:latin typeface="Calibri"/>
                <a:cs typeface="Calibri"/>
              </a:rPr>
              <a:t> </a:t>
            </a:r>
            <a:r>
              <a:rPr sz="1500" dirty="0">
                <a:latin typeface="Calibri"/>
                <a:cs typeface="Calibri"/>
              </a:rPr>
              <a:t>meet</a:t>
            </a:r>
            <a:r>
              <a:rPr sz="1500" spc="-45" dirty="0">
                <a:latin typeface="Calibri"/>
                <a:cs typeface="Calibri"/>
              </a:rPr>
              <a:t> </a:t>
            </a:r>
            <a:r>
              <a:rPr sz="1500" dirty="0">
                <a:latin typeface="Calibri"/>
                <a:cs typeface="Calibri"/>
              </a:rPr>
              <a:t>in</a:t>
            </a:r>
            <a:r>
              <a:rPr sz="1500" spc="-45" dirty="0">
                <a:latin typeface="Calibri"/>
                <a:cs typeface="Calibri"/>
              </a:rPr>
              <a:t> </a:t>
            </a:r>
            <a:r>
              <a:rPr sz="1500" spc="-8" dirty="0">
                <a:latin typeface="Calibri"/>
                <a:cs typeface="Calibri"/>
              </a:rPr>
              <a:t>locations, 	</a:t>
            </a:r>
            <a:r>
              <a:rPr sz="1500" dirty="0">
                <a:latin typeface="Calibri"/>
                <a:cs typeface="Calibri"/>
              </a:rPr>
              <a:t>dates</a:t>
            </a:r>
            <a:r>
              <a:rPr sz="1500" spc="-41" dirty="0">
                <a:latin typeface="Calibri"/>
                <a:cs typeface="Calibri"/>
              </a:rPr>
              <a:t> </a:t>
            </a:r>
            <a:r>
              <a:rPr sz="1500" dirty="0">
                <a:latin typeface="Calibri"/>
                <a:cs typeface="Calibri"/>
              </a:rPr>
              <a:t>and</a:t>
            </a:r>
            <a:r>
              <a:rPr sz="1500" spc="-38" dirty="0">
                <a:latin typeface="Calibri"/>
                <a:cs typeface="Calibri"/>
              </a:rPr>
              <a:t> </a:t>
            </a:r>
            <a:r>
              <a:rPr sz="1500" dirty="0">
                <a:latin typeface="Calibri"/>
                <a:cs typeface="Calibri"/>
              </a:rPr>
              <a:t>times</a:t>
            </a:r>
            <a:r>
              <a:rPr sz="1500" spc="-41" dirty="0">
                <a:latin typeface="Calibri"/>
                <a:cs typeface="Calibri"/>
              </a:rPr>
              <a:t> </a:t>
            </a:r>
            <a:r>
              <a:rPr sz="1500" dirty="0">
                <a:latin typeface="Calibri"/>
                <a:cs typeface="Calibri"/>
              </a:rPr>
              <a:t>that</a:t>
            </a:r>
            <a:r>
              <a:rPr sz="1500" spc="-38" dirty="0">
                <a:latin typeface="Calibri"/>
                <a:cs typeface="Calibri"/>
              </a:rPr>
              <a:t> </a:t>
            </a:r>
            <a:r>
              <a:rPr sz="1500" dirty="0">
                <a:latin typeface="Calibri"/>
                <a:cs typeface="Calibri"/>
              </a:rPr>
              <a:t>would</a:t>
            </a:r>
            <a:r>
              <a:rPr sz="1500" spc="-38" dirty="0">
                <a:latin typeface="Calibri"/>
                <a:cs typeface="Calibri"/>
              </a:rPr>
              <a:t> </a:t>
            </a:r>
            <a:r>
              <a:rPr sz="1500" dirty="0">
                <a:latin typeface="Calibri"/>
                <a:cs typeface="Calibri"/>
              </a:rPr>
              <a:t>meet</a:t>
            </a:r>
            <a:r>
              <a:rPr sz="1500" spc="-41"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needs</a:t>
            </a:r>
            <a:r>
              <a:rPr sz="1500" spc="-41"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Brother.</a:t>
            </a:r>
            <a:endParaRPr sz="1500">
              <a:latin typeface="Calibri"/>
              <a:cs typeface="Calibri"/>
            </a:endParaRPr>
          </a:p>
        </p:txBody>
      </p:sp>
      <p:grpSp>
        <p:nvGrpSpPr>
          <p:cNvPr id="7" name="object 7"/>
          <p:cNvGrpSpPr/>
          <p:nvPr/>
        </p:nvGrpSpPr>
        <p:grpSpPr>
          <a:xfrm>
            <a:off x="342900" y="315496"/>
            <a:ext cx="8271034" cy="5420678"/>
            <a:chOff x="457200" y="420662"/>
            <a:chExt cx="11028045" cy="7227570"/>
          </a:xfrm>
        </p:grpSpPr>
        <p:pic>
          <p:nvPicPr>
            <p:cNvPr id="8" name="object 8"/>
            <p:cNvPicPr/>
            <p:nvPr/>
          </p:nvPicPr>
          <p:blipFill>
            <a:blip r:embed="rId4" cstate="print"/>
            <a:stretch>
              <a:fillRect/>
            </a:stretch>
          </p:blipFill>
          <p:spPr>
            <a:xfrm>
              <a:off x="457200" y="420662"/>
              <a:ext cx="1856752" cy="1641246"/>
            </a:xfrm>
            <a:prstGeom prst="rect">
              <a:avLst/>
            </a:prstGeom>
          </p:spPr>
        </p:pic>
        <p:sp>
          <p:nvSpPr>
            <p:cNvPr id="9" name="object 9">
              <a:hlinkClick r:id="rId5"/>
            </p:cNvPr>
            <p:cNvSpPr/>
            <p:nvPr/>
          </p:nvSpPr>
          <p:spPr>
            <a:xfrm>
              <a:off x="10951553" y="7379368"/>
              <a:ext cx="325755" cy="207645"/>
            </a:xfrm>
            <a:custGeom>
              <a:avLst/>
              <a:gdLst/>
              <a:ahLst/>
              <a:cxnLst/>
              <a:rect l="l" t="t" r="r" b="b"/>
              <a:pathLst>
                <a:path w="325754" h="207645">
                  <a:moveTo>
                    <a:pt x="31508" y="0"/>
                  </a:moveTo>
                  <a:lnTo>
                    <a:pt x="0" y="0"/>
                  </a:lnTo>
                  <a:lnTo>
                    <a:pt x="0" y="141541"/>
                  </a:lnTo>
                  <a:lnTo>
                    <a:pt x="11744" y="178680"/>
                  </a:lnTo>
                  <a:lnTo>
                    <a:pt x="41597" y="202445"/>
                  </a:lnTo>
                  <a:lnTo>
                    <a:pt x="67805" y="207568"/>
                  </a:lnTo>
                  <a:lnTo>
                    <a:pt x="325424" y="207568"/>
                  </a:lnTo>
                  <a:lnTo>
                    <a:pt x="296748" y="176060"/>
                  </a:lnTo>
                  <a:lnTo>
                    <a:pt x="67805" y="176060"/>
                  </a:lnTo>
                  <a:lnTo>
                    <a:pt x="60368" y="175333"/>
                  </a:lnTo>
                  <a:lnTo>
                    <a:pt x="32223" y="148401"/>
                  </a:lnTo>
                  <a:lnTo>
                    <a:pt x="31508" y="141541"/>
                  </a:lnTo>
                  <a:lnTo>
                    <a:pt x="31508" y="0"/>
                  </a:lnTo>
                  <a:close/>
                </a:path>
              </a:pathLst>
            </a:custGeom>
            <a:solidFill>
              <a:srgbClr val="13325E"/>
            </a:solidFill>
          </p:spPr>
          <p:txBody>
            <a:bodyPr wrap="square" lIns="0" tIns="0" rIns="0" bIns="0" rtlCol="0"/>
            <a:lstStyle/>
            <a:p>
              <a:endParaRPr sz="1350"/>
            </a:p>
          </p:txBody>
        </p:sp>
        <p:sp>
          <p:nvSpPr>
            <p:cNvPr id="10" name="object 10">
              <a:hlinkClick r:id="rId5"/>
            </p:cNvPr>
            <p:cNvSpPr/>
            <p:nvPr/>
          </p:nvSpPr>
          <p:spPr>
            <a:xfrm>
              <a:off x="10840352" y="7204837"/>
              <a:ext cx="645160" cy="443230"/>
            </a:xfrm>
            <a:custGeom>
              <a:avLst/>
              <a:gdLst/>
              <a:ahLst/>
              <a:cxnLst/>
              <a:rect l="l" t="t" r="r" b="b"/>
              <a:pathLst>
                <a:path w="645159" h="443229">
                  <a:moveTo>
                    <a:pt x="261645" y="7340"/>
                  </a:moveTo>
                  <a:lnTo>
                    <a:pt x="254279" y="0"/>
                  </a:lnTo>
                  <a:lnTo>
                    <a:pt x="242976" y="0"/>
                  </a:lnTo>
                  <a:lnTo>
                    <a:pt x="242976" y="30480"/>
                  </a:lnTo>
                  <a:lnTo>
                    <a:pt x="242976" y="47447"/>
                  </a:lnTo>
                  <a:lnTo>
                    <a:pt x="205447" y="47447"/>
                  </a:lnTo>
                  <a:lnTo>
                    <a:pt x="205447" y="73329"/>
                  </a:lnTo>
                  <a:lnTo>
                    <a:pt x="234365" y="73329"/>
                  </a:lnTo>
                  <a:lnTo>
                    <a:pt x="234365" y="90297"/>
                  </a:lnTo>
                  <a:lnTo>
                    <a:pt x="205447" y="90297"/>
                  </a:lnTo>
                  <a:lnTo>
                    <a:pt x="205447" y="129463"/>
                  </a:lnTo>
                  <a:lnTo>
                    <a:pt x="183388" y="129463"/>
                  </a:lnTo>
                  <a:lnTo>
                    <a:pt x="183388" y="30480"/>
                  </a:lnTo>
                  <a:lnTo>
                    <a:pt x="242976" y="30480"/>
                  </a:lnTo>
                  <a:lnTo>
                    <a:pt x="242976" y="0"/>
                  </a:lnTo>
                  <a:lnTo>
                    <a:pt x="168884" y="0"/>
                  </a:lnTo>
                  <a:lnTo>
                    <a:pt x="168884" y="79489"/>
                  </a:lnTo>
                  <a:lnTo>
                    <a:pt x="168884" y="88392"/>
                  </a:lnTo>
                  <a:lnTo>
                    <a:pt x="152260" y="123418"/>
                  </a:lnTo>
                  <a:lnTo>
                    <a:pt x="132321" y="129463"/>
                  </a:lnTo>
                  <a:lnTo>
                    <a:pt x="98704" y="129463"/>
                  </a:lnTo>
                  <a:lnTo>
                    <a:pt x="98704" y="30480"/>
                  </a:lnTo>
                  <a:lnTo>
                    <a:pt x="122466" y="30480"/>
                  </a:lnTo>
                  <a:lnTo>
                    <a:pt x="159207" y="42341"/>
                  </a:lnTo>
                  <a:lnTo>
                    <a:pt x="168884" y="79489"/>
                  </a:lnTo>
                  <a:lnTo>
                    <a:pt x="168884" y="0"/>
                  </a:lnTo>
                  <a:lnTo>
                    <a:pt x="88112" y="0"/>
                  </a:lnTo>
                  <a:lnTo>
                    <a:pt x="88112" y="53898"/>
                  </a:lnTo>
                  <a:lnTo>
                    <a:pt x="88112" y="68694"/>
                  </a:lnTo>
                  <a:lnTo>
                    <a:pt x="61252" y="92837"/>
                  </a:lnTo>
                  <a:lnTo>
                    <a:pt x="43751" y="92837"/>
                  </a:lnTo>
                  <a:lnTo>
                    <a:pt x="43751" y="129463"/>
                  </a:lnTo>
                  <a:lnTo>
                    <a:pt x="21678" y="129463"/>
                  </a:lnTo>
                  <a:lnTo>
                    <a:pt x="21678" y="30480"/>
                  </a:lnTo>
                  <a:lnTo>
                    <a:pt x="59372" y="30480"/>
                  </a:lnTo>
                  <a:lnTo>
                    <a:pt x="66179" y="31191"/>
                  </a:lnTo>
                  <a:lnTo>
                    <a:pt x="75831" y="34099"/>
                  </a:lnTo>
                  <a:lnTo>
                    <a:pt x="79895" y="37376"/>
                  </a:lnTo>
                  <a:lnTo>
                    <a:pt x="86372" y="47447"/>
                  </a:lnTo>
                  <a:lnTo>
                    <a:pt x="86461" y="47574"/>
                  </a:lnTo>
                  <a:lnTo>
                    <a:pt x="88112" y="53898"/>
                  </a:lnTo>
                  <a:lnTo>
                    <a:pt x="88112" y="0"/>
                  </a:lnTo>
                  <a:lnTo>
                    <a:pt x="7366" y="0"/>
                  </a:lnTo>
                  <a:lnTo>
                    <a:pt x="0" y="7340"/>
                  </a:lnTo>
                  <a:lnTo>
                    <a:pt x="0" y="152590"/>
                  </a:lnTo>
                  <a:lnTo>
                    <a:pt x="7366" y="159931"/>
                  </a:lnTo>
                  <a:lnTo>
                    <a:pt x="254279" y="159931"/>
                  </a:lnTo>
                  <a:lnTo>
                    <a:pt x="261645" y="152590"/>
                  </a:lnTo>
                  <a:lnTo>
                    <a:pt x="261645" y="129463"/>
                  </a:lnTo>
                  <a:lnTo>
                    <a:pt x="261645" y="30480"/>
                  </a:lnTo>
                  <a:lnTo>
                    <a:pt x="261645" y="7340"/>
                  </a:lnTo>
                  <a:close/>
                </a:path>
                <a:path w="645159" h="443229">
                  <a:moveTo>
                    <a:pt x="644829" y="311645"/>
                  </a:moveTo>
                  <a:lnTo>
                    <a:pt x="592188" y="311645"/>
                  </a:lnTo>
                  <a:lnTo>
                    <a:pt x="592188" y="173888"/>
                  </a:lnTo>
                  <a:lnTo>
                    <a:pt x="592188" y="167551"/>
                  </a:lnTo>
                  <a:lnTo>
                    <a:pt x="585520" y="162420"/>
                  </a:lnTo>
                  <a:lnTo>
                    <a:pt x="464667" y="162420"/>
                  </a:lnTo>
                  <a:lnTo>
                    <a:pt x="458000" y="167551"/>
                  </a:lnTo>
                  <a:lnTo>
                    <a:pt x="458000" y="311645"/>
                  </a:lnTo>
                  <a:lnTo>
                    <a:pt x="405358" y="311645"/>
                  </a:lnTo>
                  <a:lnTo>
                    <a:pt x="525094" y="443204"/>
                  </a:lnTo>
                  <a:lnTo>
                    <a:pt x="644829" y="311645"/>
                  </a:lnTo>
                  <a:close/>
                </a:path>
              </a:pathLst>
            </a:custGeom>
            <a:solidFill>
              <a:srgbClr val="D60000"/>
            </a:solidFill>
          </p:spPr>
          <p:txBody>
            <a:bodyPr wrap="square" lIns="0" tIns="0" rIns="0" bIns="0" rtlCol="0"/>
            <a:lstStyle/>
            <a:p>
              <a:endParaRPr sz="1350"/>
            </a:p>
          </p:txBody>
        </p:sp>
        <p:pic>
          <p:nvPicPr>
            <p:cNvPr id="11" name="object 11">
              <a:hlinkClick r:id="rId5"/>
            </p:cNvPr>
            <p:cNvPicPr/>
            <p:nvPr/>
          </p:nvPicPr>
          <p:blipFill>
            <a:blip r:embed="rId6" cstate="print"/>
            <a:stretch>
              <a:fillRect/>
            </a:stretch>
          </p:blipFill>
          <p:spPr>
            <a:xfrm>
              <a:off x="10862035" y="7235305"/>
              <a:ext cx="221291" cy="98983"/>
            </a:xfrm>
            <a:prstGeom prst="rect">
              <a:avLst/>
            </a:prstGeom>
          </p:spPr>
        </p:pic>
        <p:sp>
          <p:nvSpPr>
            <p:cNvPr id="12" name="object 12">
              <a:hlinkClick r:id="rId5"/>
            </p:cNvPr>
            <p:cNvSpPr/>
            <p:nvPr/>
          </p:nvSpPr>
          <p:spPr>
            <a:xfrm>
              <a:off x="10951551" y="7048912"/>
              <a:ext cx="436245" cy="296545"/>
            </a:xfrm>
            <a:custGeom>
              <a:avLst/>
              <a:gdLst/>
              <a:ahLst/>
              <a:cxnLst/>
              <a:rect l="l" t="t" r="r" b="b"/>
              <a:pathLst>
                <a:path w="436245" h="296545">
                  <a:moveTo>
                    <a:pt x="291266" y="31495"/>
                  </a:moveTo>
                  <a:lnTo>
                    <a:pt x="220192" y="31495"/>
                  </a:lnTo>
                  <a:lnTo>
                    <a:pt x="220192" y="130517"/>
                  </a:lnTo>
                  <a:lnTo>
                    <a:pt x="235471" y="178059"/>
                  </a:lnTo>
                  <a:lnTo>
                    <a:pt x="274240" y="208380"/>
                  </a:lnTo>
                  <a:lnTo>
                    <a:pt x="308228" y="214896"/>
                  </a:lnTo>
                  <a:lnTo>
                    <a:pt x="404406" y="214896"/>
                  </a:lnTo>
                  <a:lnTo>
                    <a:pt x="404406" y="295998"/>
                  </a:lnTo>
                  <a:lnTo>
                    <a:pt x="435914" y="295998"/>
                  </a:lnTo>
                  <a:lnTo>
                    <a:pt x="435914" y="181140"/>
                  </a:lnTo>
                  <a:lnTo>
                    <a:pt x="308228" y="181140"/>
                  </a:lnTo>
                  <a:lnTo>
                    <a:pt x="297101" y="180080"/>
                  </a:lnTo>
                  <a:lnTo>
                    <a:pt x="262962" y="158471"/>
                  </a:lnTo>
                  <a:lnTo>
                    <a:pt x="253949" y="130517"/>
                  </a:lnTo>
                  <a:lnTo>
                    <a:pt x="253949" y="38277"/>
                  </a:lnTo>
                  <a:lnTo>
                    <a:pt x="297855" y="38277"/>
                  </a:lnTo>
                  <a:lnTo>
                    <a:pt x="291266" y="31495"/>
                  </a:lnTo>
                  <a:close/>
                </a:path>
                <a:path w="436245" h="296545">
                  <a:moveTo>
                    <a:pt x="297855" y="38277"/>
                  </a:moveTo>
                  <a:lnTo>
                    <a:pt x="253949" y="38277"/>
                  </a:lnTo>
                  <a:lnTo>
                    <a:pt x="392734" y="181140"/>
                  </a:lnTo>
                  <a:lnTo>
                    <a:pt x="435914" y="181140"/>
                  </a:lnTo>
                  <a:lnTo>
                    <a:pt x="435914" y="180378"/>
                  </a:lnTo>
                  <a:lnTo>
                    <a:pt x="297855" y="38277"/>
                  </a:lnTo>
                  <a:close/>
                </a:path>
                <a:path w="436245" h="296545">
                  <a:moveTo>
                    <a:pt x="260667" y="0"/>
                  </a:moveTo>
                  <a:lnTo>
                    <a:pt x="67805" y="0"/>
                  </a:lnTo>
                  <a:lnTo>
                    <a:pt x="54264" y="1320"/>
                  </a:lnTo>
                  <a:lnTo>
                    <a:pt x="20065" y="19138"/>
                  </a:lnTo>
                  <a:lnTo>
                    <a:pt x="1406" y="52612"/>
                  </a:lnTo>
                  <a:lnTo>
                    <a:pt x="0" y="66014"/>
                  </a:lnTo>
                  <a:lnTo>
                    <a:pt x="0" y="141312"/>
                  </a:lnTo>
                  <a:lnTo>
                    <a:pt x="31521" y="141312"/>
                  </a:lnTo>
                  <a:lnTo>
                    <a:pt x="31521" y="66014"/>
                  </a:lnTo>
                  <a:lnTo>
                    <a:pt x="32229" y="59149"/>
                  </a:lnTo>
                  <a:lnTo>
                    <a:pt x="60368" y="32217"/>
                  </a:lnTo>
                  <a:lnTo>
                    <a:pt x="67805" y="31495"/>
                  </a:lnTo>
                  <a:lnTo>
                    <a:pt x="291266" y="31495"/>
                  </a:lnTo>
                  <a:lnTo>
                    <a:pt x="260667" y="0"/>
                  </a:lnTo>
                  <a:close/>
                </a:path>
              </a:pathLst>
            </a:custGeom>
            <a:solidFill>
              <a:srgbClr val="13325E"/>
            </a:solidFill>
          </p:spPr>
          <p:txBody>
            <a:bodyPr wrap="square" lIns="0" tIns="0" rIns="0" bIns="0" rtlCol="0"/>
            <a:lstStyle/>
            <a:p>
              <a:endParaRPr sz="1350"/>
            </a:p>
          </p:txBody>
        </p:sp>
        <p:sp>
          <p:nvSpPr>
            <p:cNvPr id="13" name="object 13"/>
            <p:cNvSpPr/>
            <p:nvPr/>
          </p:nvSpPr>
          <p:spPr>
            <a:xfrm>
              <a:off x="8445500" y="6892747"/>
              <a:ext cx="2044700" cy="755650"/>
            </a:xfrm>
            <a:custGeom>
              <a:avLst/>
              <a:gdLst/>
              <a:ahLst/>
              <a:cxnLst/>
              <a:rect l="l" t="t" r="r" b="b"/>
              <a:pathLst>
                <a:path w="2044700" h="755650">
                  <a:moveTo>
                    <a:pt x="2044700" y="0"/>
                  </a:moveTo>
                  <a:lnTo>
                    <a:pt x="0" y="0"/>
                  </a:lnTo>
                  <a:lnTo>
                    <a:pt x="0" y="755281"/>
                  </a:lnTo>
                  <a:lnTo>
                    <a:pt x="2044700" y="755281"/>
                  </a:lnTo>
                  <a:lnTo>
                    <a:pt x="2044700" y="0"/>
                  </a:lnTo>
                  <a:close/>
                </a:path>
              </a:pathLst>
            </a:custGeom>
            <a:solidFill>
              <a:srgbClr val="000000"/>
            </a:solidFill>
          </p:spPr>
          <p:txBody>
            <a:bodyPr wrap="square" lIns="0" tIns="0" rIns="0" bIns="0" rtlCol="0"/>
            <a:lstStyle/>
            <a:p>
              <a:endParaRPr sz="1350"/>
            </a:p>
          </p:txBody>
        </p:sp>
        <p:sp>
          <p:nvSpPr>
            <p:cNvPr id="14" name="object 14"/>
            <p:cNvSpPr/>
            <p:nvPr/>
          </p:nvSpPr>
          <p:spPr>
            <a:xfrm>
              <a:off x="9997838" y="7084318"/>
              <a:ext cx="422275" cy="451484"/>
            </a:xfrm>
            <a:custGeom>
              <a:avLst/>
              <a:gdLst/>
              <a:ahLst/>
              <a:cxnLst/>
              <a:rect l="l" t="t" r="r" b="b"/>
              <a:pathLst>
                <a:path w="422275" h="451484">
                  <a:moveTo>
                    <a:pt x="28289" y="0"/>
                  </a:moveTo>
                  <a:lnTo>
                    <a:pt x="16182" y="3888"/>
                  </a:lnTo>
                  <a:lnTo>
                    <a:pt x="6548" y="12201"/>
                  </a:lnTo>
                  <a:lnTo>
                    <a:pt x="1020" y="23211"/>
                  </a:lnTo>
                  <a:lnTo>
                    <a:pt x="0" y="35489"/>
                  </a:lnTo>
                  <a:lnTo>
                    <a:pt x="3888" y="47602"/>
                  </a:lnTo>
                  <a:lnTo>
                    <a:pt x="154828" y="316575"/>
                  </a:lnTo>
                  <a:lnTo>
                    <a:pt x="104307" y="272303"/>
                  </a:lnTo>
                  <a:lnTo>
                    <a:pt x="57914" y="275351"/>
                  </a:lnTo>
                  <a:lnTo>
                    <a:pt x="49865" y="299182"/>
                  </a:lnTo>
                  <a:lnTo>
                    <a:pt x="53071" y="311387"/>
                  </a:lnTo>
                  <a:lnTo>
                    <a:pt x="154750" y="404573"/>
                  </a:lnTo>
                  <a:lnTo>
                    <a:pt x="203105" y="437803"/>
                  </a:lnTo>
                  <a:lnTo>
                    <a:pt x="269373" y="451413"/>
                  </a:lnTo>
                  <a:lnTo>
                    <a:pt x="303634" y="446991"/>
                  </a:lnTo>
                  <a:lnTo>
                    <a:pt x="342750" y="431535"/>
                  </a:lnTo>
                  <a:lnTo>
                    <a:pt x="377798" y="404732"/>
                  </a:lnTo>
                  <a:lnTo>
                    <a:pt x="407812" y="361114"/>
                  </a:lnTo>
                  <a:lnTo>
                    <a:pt x="422060" y="291088"/>
                  </a:lnTo>
                  <a:lnTo>
                    <a:pt x="416618" y="254917"/>
                  </a:lnTo>
                  <a:lnTo>
                    <a:pt x="351589" y="129720"/>
                  </a:lnTo>
                  <a:lnTo>
                    <a:pt x="313524" y="84857"/>
                  </a:lnTo>
                  <a:lnTo>
                    <a:pt x="297604" y="79917"/>
                  </a:lnTo>
                  <a:lnTo>
                    <a:pt x="284126" y="82590"/>
                  </a:lnTo>
                  <a:lnTo>
                    <a:pt x="273128" y="125262"/>
                  </a:lnTo>
                  <a:lnTo>
                    <a:pt x="293639" y="161851"/>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20" y="208511"/>
                  </a:lnTo>
                  <a:lnTo>
                    <a:pt x="59883" y="16182"/>
                  </a:lnTo>
                  <a:lnTo>
                    <a:pt x="51576" y="6548"/>
                  </a:lnTo>
                  <a:lnTo>
                    <a:pt x="40566" y="1020"/>
                  </a:lnTo>
                  <a:lnTo>
                    <a:pt x="28289" y="0"/>
                  </a:lnTo>
                  <a:close/>
                </a:path>
              </a:pathLst>
            </a:custGeom>
            <a:solidFill>
              <a:srgbClr val="A99968"/>
            </a:solidFill>
          </p:spPr>
          <p:txBody>
            <a:bodyPr wrap="square" lIns="0" tIns="0" rIns="0" bIns="0" rtlCol="0"/>
            <a:lstStyle/>
            <a:p>
              <a:endParaRPr sz="1350"/>
            </a:p>
          </p:txBody>
        </p:sp>
        <p:sp>
          <p:nvSpPr>
            <p:cNvPr id="15" name="object 15"/>
            <p:cNvSpPr/>
            <p:nvPr/>
          </p:nvSpPr>
          <p:spPr>
            <a:xfrm>
              <a:off x="9997838" y="7084318"/>
              <a:ext cx="422275" cy="451484"/>
            </a:xfrm>
            <a:custGeom>
              <a:avLst/>
              <a:gdLst/>
              <a:ahLst/>
              <a:cxnLst/>
              <a:rect l="l" t="t" r="r" b="b"/>
              <a:pathLst>
                <a:path w="422275" h="451484">
                  <a:moveTo>
                    <a:pt x="284126" y="82590"/>
                  </a:moveTo>
                  <a:lnTo>
                    <a:pt x="281548" y="84038"/>
                  </a:lnTo>
                  <a:lnTo>
                    <a:pt x="272525" y="91958"/>
                  </a:lnTo>
                  <a:lnTo>
                    <a:pt x="268328" y="102116"/>
                  </a:lnTo>
                  <a:lnTo>
                    <a:pt x="268636" y="113542"/>
                  </a:lnTo>
                  <a:lnTo>
                    <a:pt x="273128" y="125262"/>
                  </a:lnTo>
                  <a:lnTo>
                    <a:pt x="293728" y="161813"/>
                  </a:lnTo>
                  <a:lnTo>
                    <a:pt x="260885" y="103494"/>
                  </a:lnTo>
                  <a:lnTo>
                    <a:pt x="252573" y="93867"/>
                  </a:lnTo>
                  <a:lnTo>
                    <a:pt x="241562" y="88343"/>
                  </a:lnTo>
                  <a:lnTo>
                    <a:pt x="229285" y="87325"/>
                  </a:lnTo>
                  <a:lnTo>
                    <a:pt x="217172" y="91213"/>
                  </a:lnTo>
                  <a:lnTo>
                    <a:pt x="207273" y="99658"/>
                  </a:lnTo>
                  <a:lnTo>
                    <a:pt x="201151" y="110970"/>
                  </a:lnTo>
                  <a:lnTo>
                    <a:pt x="199534" y="123551"/>
                  </a:lnTo>
                  <a:lnTo>
                    <a:pt x="203151" y="135803"/>
                  </a:lnTo>
                  <a:lnTo>
                    <a:pt x="230736" y="185181"/>
                  </a:lnTo>
                  <a:lnTo>
                    <a:pt x="189918" y="112486"/>
                  </a:lnTo>
                  <a:lnTo>
                    <a:pt x="181611" y="102852"/>
                  </a:lnTo>
                  <a:lnTo>
                    <a:pt x="170601" y="97324"/>
                  </a:lnTo>
                  <a:lnTo>
                    <a:pt x="158325" y="96304"/>
                  </a:lnTo>
                  <a:lnTo>
                    <a:pt x="146217" y="100192"/>
                  </a:lnTo>
                  <a:lnTo>
                    <a:pt x="136341" y="108713"/>
                  </a:lnTo>
                  <a:lnTo>
                    <a:pt x="130280" y="120181"/>
                  </a:lnTo>
                  <a:lnTo>
                    <a:pt x="128727" y="132913"/>
                  </a:lnTo>
                  <a:lnTo>
                    <a:pt x="132374" y="145227"/>
                  </a:lnTo>
                  <a:lnTo>
                    <a:pt x="167883" y="208485"/>
                  </a:lnTo>
                  <a:lnTo>
                    <a:pt x="59883" y="16182"/>
                  </a:lnTo>
                  <a:lnTo>
                    <a:pt x="51576" y="6548"/>
                  </a:lnTo>
                  <a:lnTo>
                    <a:pt x="40566" y="1020"/>
                  </a:lnTo>
                  <a:lnTo>
                    <a:pt x="28289" y="0"/>
                  </a:lnTo>
                  <a:lnTo>
                    <a:pt x="16182" y="3888"/>
                  </a:lnTo>
                  <a:lnTo>
                    <a:pt x="6548" y="12201"/>
                  </a:lnTo>
                  <a:lnTo>
                    <a:pt x="1020" y="23211"/>
                  </a:lnTo>
                  <a:lnTo>
                    <a:pt x="0" y="35489"/>
                  </a:lnTo>
                  <a:lnTo>
                    <a:pt x="3888" y="47602"/>
                  </a:lnTo>
                  <a:lnTo>
                    <a:pt x="117985" y="250929"/>
                  </a:lnTo>
                  <a:lnTo>
                    <a:pt x="154828" y="316575"/>
                  </a:lnTo>
                  <a:lnTo>
                    <a:pt x="104307" y="272303"/>
                  </a:lnTo>
                  <a:lnTo>
                    <a:pt x="57914" y="275351"/>
                  </a:lnTo>
                  <a:lnTo>
                    <a:pt x="49865" y="299182"/>
                  </a:lnTo>
                  <a:lnTo>
                    <a:pt x="53071" y="311387"/>
                  </a:lnTo>
                  <a:lnTo>
                    <a:pt x="122501" y="376156"/>
                  </a:lnTo>
                  <a:lnTo>
                    <a:pt x="154750" y="404573"/>
                  </a:lnTo>
                  <a:lnTo>
                    <a:pt x="203105" y="437803"/>
                  </a:lnTo>
                  <a:lnTo>
                    <a:pt x="269373" y="451413"/>
                  </a:lnTo>
                  <a:lnTo>
                    <a:pt x="303634" y="446991"/>
                  </a:lnTo>
                  <a:lnTo>
                    <a:pt x="342750" y="431535"/>
                  </a:lnTo>
                  <a:lnTo>
                    <a:pt x="377798" y="404732"/>
                  </a:lnTo>
                  <a:lnTo>
                    <a:pt x="406732" y="363425"/>
                  </a:lnTo>
                  <a:lnTo>
                    <a:pt x="418983" y="326985"/>
                  </a:lnTo>
                  <a:lnTo>
                    <a:pt x="422060" y="291088"/>
                  </a:lnTo>
                  <a:lnTo>
                    <a:pt x="416618" y="254917"/>
                  </a:lnTo>
                  <a:lnTo>
                    <a:pt x="351589" y="129720"/>
                  </a:lnTo>
                  <a:lnTo>
                    <a:pt x="313524" y="84857"/>
                  </a:lnTo>
                  <a:lnTo>
                    <a:pt x="297604" y="79917"/>
                  </a:lnTo>
                  <a:lnTo>
                    <a:pt x="284126" y="82590"/>
                  </a:lnTo>
                  <a:close/>
                </a:path>
              </a:pathLst>
            </a:custGeom>
            <a:ln w="10096">
              <a:solidFill>
                <a:srgbClr val="000000"/>
              </a:solidFill>
            </a:ln>
          </p:spPr>
          <p:txBody>
            <a:bodyPr wrap="square" lIns="0" tIns="0" rIns="0" bIns="0" rtlCol="0"/>
            <a:lstStyle/>
            <a:p>
              <a:endParaRPr sz="1350"/>
            </a:p>
          </p:txBody>
        </p:sp>
        <p:sp>
          <p:nvSpPr>
            <p:cNvPr id="16" name="object 16"/>
            <p:cNvSpPr/>
            <p:nvPr/>
          </p:nvSpPr>
          <p:spPr>
            <a:xfrm>
              <a:off x="9884154" y="6968753"/>
              <a:ext cx="280670" cy="279400"/>
            </a:xfrm>
            <a:custGeom>
              <a:avLst/>
              <a:gdLst/>
              <a:ahLst/>
              <a:cxnLst/>
              <a:rect l="l" t="t" r="r" b="b"/>
              <a:pathLst>
                <a:path w="280670" h="279400">
                  <a:moveTo>
                    <a:pt x="156665" y="0"/>
                  </a:moveTo>
                  <a:lnTo>
                    <a:pt x="113286" y="1520"/>
                  </a:lnTo>
                  <a:lnTo>
                    <a:pt x="71126" y="17028"/>
                  </a:lnTo>
                  <a:lnTo>
                    <a:pt x="29536" y="52656"/>
                  </a:lnTo>
                  <a:lnTo>
                    <a:pt x="4844" y="101610"/>
                  </a:lnTo>
                  <a:lnTo>
                    <a:pt x="0" y="128950"/>
                  </a:lnTo>
                  <a:lnTo>
                    <a:pt x="576" y="156280"/>
                  </a:lnTo>
                  <a:lnTo>
                    <a:pt x="17671" y="208303"/>
                  </a:lnTo>
                  <a:lnTo>
                    <a:pt x="64312" y="257630"/>
                  </a:lnTo>
                  <a:lnTo>
                    <a:pt x="129685" y="279372"/>
                  </a:lnTo>
                  <a:lnTo>
                    <a:pt x="135350" y="279372"/>
                  </a:lnTo>
                  <a:lnTo>
                    <a:pt x="140150" y="275016"/>
                  </a:lnTo>
                  <a:lnTo>
                    <a:pt x="141115" y="263243"/>
                  </a:lnTo>
                  <a:lnTo>
                    <a:pt x="136620" y="257947"/>
                  </a:lnTo>
                  <a:lnTo>
                    <a:pt x="130574" y="257452"/>
                  </a:lnTo>
                  <a:lnTo>
                    <a:pt x="102020" y="251552"/>
                  </a:lnTo>
                  <a:lnTo>
                    <a:pt x="54065" y="220908"/>
                  </a:lnTo>
                  <a:lnTo>
                    <a:pt x="27374" y="176139"/>
                  </a:lnTo>
                  <a:lnTo>
                    <a:pt x="21905" y="130589"/>
                  </a:lnTo>
                  <a:lnTo>
                    <a:pt x="25990" y="107528"/>
                  </a:lnTo>
                  <a:lnTo>
                    <a:pt x="46823" y="66212"/>
                  </a:lnTo>
                  <a:lnTo>
                    <a:pt x="81895" y="36154"/>
                  </a:lnTo>
                  <a:lnTo>
                    <a:pt x="125788" y="21745"/>
                  </a:lnTo>
                  <a:lnTo>
                    <a:pt x="148845" y="21261"/>
                  </a:lnTo>
                  <a:lnTo>
                    <a:pt x="171900" y="25347"/>
                  </a:lnTo>
                  <a:lnTo>
                    <a:pt x="213216" y="46179"/>
                  </a:lnTo>
                  <a:lnTo>
                    <a:pt x="243274" y="81252"/>
                  </a:lnTo>
                  <a:lnTo>
                    <a:pt x="256687" y="118884"/>
                  </a:lnTo>
                  <a:lnTo>
                    <a:pt x="258467" y="138811"/>
                  </a:lnTo>
                  <a:lnTo>
                    <a:pt x="256850" y="158849"/>
                  </a:lnTo>
                  <a:lnTo>
                    <a:pt x="255847" y="164818"/>
                  </a:lnTo>
                  <a:lnTo>
                    <a:pt x="259886" y="170482"/>
                  </a:lnTo>
                  <a:lnTo>
                    <a:pt x="271836" y="172476"/>
                  </a:lnTo>
                  <a:lnTo>
                    <a:pt x="277501" y="168437"/>
                  </a:lnTo>
                  <a:lnTo>
                    <a:pt x="278504" y="162468"/>
                  </a:lnTo>
                  <a:lnTo>
                    <a:pt x="280418" y="138721"/>
                  </a:lnTo>
                  <a:lnTo>
                    <a:pt x="278304" y="115099"/>
                  </a:lnTo>
                  <a:lnTo>
                    <a:pt x="272260" y="92165"/>
                  </a:lnTo>
                  <a:lnTo>
                    <a:pt x="262388" y="70482"/>
                  </a:lnTo>
                  <a:lnTo>
                    <a:pt x="234389" y="35370"/>
                  </a:lnTo>
                  <a:lnTo>
                    <a:pt x="198090" y="11579"/>
                  </a:lnTo>
                  <a:lnTo>
                    <a:pt x="156665" y="0"/>
                  </a:lnTo>
                  <a:close/>
                </a:path>
              </a:pathLst>
            </a:custGeom>
            <a:solidFill>
              <a:srgbClr val="FFFFFF"/>
            </a:solidFill>
          </p:spPr>
          <p:txBody>
            <a:bodyPr wrap="square" lIns="0" tIns="0" rIns="0" bIns="0" rtlCol="0"/>
            <a:lstStyle/>
            <a:p>
              <a:endParaRPr sz="1350"/>
            </a:p>
          </p:txBody>
        </p:sp>
        <p:pic>
          <p:nvPicPr>
            <p:cNvPr id="17" name="object 17"/>
            <p:cNvPicPr/>
            <p:nvPr/>
          </p:nvPicPr>
          <p:blipFill>
            <a:blip r:embed="rId7" cstate="print"/>
            <a:stretch>
              <a:fillRect/>
            </a:stretch>
          </p:blipFill>
          <p:spPr>
            <a:xfrm>
              <a:off x="9932655" y="7016607"/>
              <a:ext cx="183463" cy="169999"/>
            </a:xfrm>
            <a:prstGeom prst="rect">
              <a:avLst/>
            </a:prstGeom>
          </p:spPr>
        </p:pic>
      </p:grpSp>
      <p:sp>
        <p:nvSpPr>
          <p:cNvPr id="18" name="object 18"/>
          <p:cNvSpPr txBox="1"/>
          <p:nvPr/>
        </p:nvSpPr>
        <p:spPr>
          <a:xfrm>
            <a:off x="8668659" y="5418486"/>
            <a:ext cx="1114901" cy="171201"/>
          </a:xfrm>
          <a:prstGeom prst="rect">
            <a:avLst/>
          </a:prstGeom>
        </p:spPr>
        <p:txBody>
          <a:bodyPr vert="horz" wrap="square" lIns="0" tIns="9525" rIns="0" bIns="0" rtlCol="0">
            <a:spAutoFit/>
          </a:bodyPr>
          <a:lstStyle/>
          <a:p>
            <a:pPr marL="9525">
              <a:spcBef>
                <a:spcPts val="75"/>
              </a:spcBef>
            </a:pPr>
            <a:r>
              <a:rPr sz="1050" b="1" dirty="0">
                <a:solidFill>
                  <a:srgbClr val="B02E24"/>
                </a:solidFill>
                <a:latin typeface="Calibri"/>
                <a:cs typeface="Calibri"/>
                <a:hlinkClick r:id="rId5"/>
              </a:rPr>
              <a:t>Using</a:t>
            </a:r>
            <a:r>
              <a:rPr sz="1050" b="1" spc="-34" dirty="0">
                <a:solidFill>
                  <a:srgbClr val="B02E24"/>
                </a:solidFill>
                <a:latin typeface="Calibri"/>
                <a:cs typeface="Calibri"/>
                <a:hlinkClick r:id="rId5"/>
              </a:rPr>
              <a:t> </a:t>
            </a:r>
            <a:r>
              <a:rPr sz="1050" b="1" spc="-15" dirty="0">
                <a:solidFill>
                  <a:srgbClr val="B02E24"/>
                </a:solidFill>
                <a:latin typeface="Calibri"/>
                <a:cs typeface="Calibri"/>
                <a:hlinkClick r:id="rId5"/>
              </a:rPr>
              <a:t>Talking</a:t>
            </a:r>
            <a:r>
              <a:rPr sz="1050" b="1" spc="-34" dirty="0">
                <a:solidFill>
                  <a:srgbClr val="B02E24"/>
                </a:solidFill>
                <a:latin typeface="Calibri"/>
                <a:cs typeface="Calibri"/>
                <a:hlinkClick r:id="rId5"/>
              </a:rPr>
              <a:t> </a:t>
            </a:r>
            <a:r>
              <a:rPr sz="1050" b="1" spc="-8" dirty="0">
                <a:solidFill>
                  <a:srgbClr val="B02E24"/>
                </a:solidFill>
                <a:latin typeface="Calibri"/>
                <a:cs typeface="Calibri"/>
                <a:hlinkClick r:id="rId5"/>
              </a:rPr>
              <a:t>Heads</a:t>
            </a:r>
            <a:endParaRPr sz="1050">
              <a:latin typeface="Calibri"/>
              <a:cs typeface="Calibri"/>
            </a:endParaRPr>
          </a:p>
        </p:txBody>
      </p:sp>
      <p:sp>
        <p:nvSpPr>
          <p:cNvPr id="19" name="object 19"/>
          <p:cNvSpPr txBox="1"/>
          <p:nvPr/>
        </p:nvSpPr>
        <p:spPr>
          <a:xfrm>
            <a:off x="6334125" y="5169560"/>
            <a:ext cx="1533525" cy="527067"/>
          </a:xfrm>
          <a:prstGeom prst="rect">
            <a:avLst/>
          </a:prstGeom>
        </p:spPr>
        <p:txBody>
          <a:bodyPr vert="horz" wrap="square" lIns="0" tIns="64770" rIns="0" bIns="0" rtlCol="0">
            <a:spAutoFit/>
          </a:bodyPr>
          <a:lstStyle/>
          <a:p>
            <a:pPr marL="61436" marR="422434">
              <a:lnSpc>
                <a:spcPts val="1185"/>
              </a:lnSpc>
              <a:spcBef>
                <a:spcPts val="510"/>
              </a:spcBef>
            </a:pPr>
            <a:r>
              <a:rPr sz="1163" b="1" dirty="0">
                <a:solidFill>
                  <a:srgbClr val="FFFFFF"/>
                </a:solidFill>
                <a:latin typeface="Calibri"/>
                <a:cs typeface="Calibri"/>
              </a:rPr>
              <a:t>CLICK</a:t>
            </a:r>
            <a:r>
              <a:rPr sz="1163" b="1" spc="23" dirty="0">
                <a:solidFill>
                  <a:srgbClr val="FFFFFF"/>
                </a:solidFill>
                <a:latin typeface="Calibri"/>
                <a:cs typeface="Calibri"/>
              </a:rPr>
              <a:t> </a:t>
            </a:r>
            <a:r>
              <a:rPr sz="1163" b="1" dirty="0">
                <a:solidFill>
                  <a:srgbClr val="FFFFFF"/>
                </a:solidFill>
                <a:latin typeface="Calibri"/>
                <a:cs typeface="Calibri"/>
              </a:rPr>
              <a:t>PDF</a:t>
            </a:r>
            <a:r>
              <a:rPr sz="1163" b="1" spc="26" dirty="0">
                <a:solidFill>
                  <a:srgbClr val="FFFFFF"/>
                </a:solidFill>
                <a:latin typeface="Calibri"/>
                <a:cs typeface="Calibri"/>
              </a:rPr>
              <a:t> </a:t>
            </a:r>
            <a:r>
              <a:rPr sz="1163" b="1" spc="-15" dirty="0">
                <a:solidFill>
                  <a:srgbClr val="FFFFFF"/>
                </a:solidFill>
                <a:latin typeface="Calibri"/>
                <a:cs typeface="Calibri"/>
              </a:rPr>
              <a:t>icon</a:t>
            </a:r>
            <a:r>
              <a:rPr sz="1163" b="1" dirty="0">
                <a:solidFill>
                  <a:srgbClr val="FFFFFF"/>
                </a:solidFill>
                <a:latin typeface="Calibri"/>
                <a:cs typeface="Calibri"/>
              </a:rPr>
              <a:t> to</a:t>
            </a:r>
            <a:r>
              <a:rPr sz="1163" b="1" spc="23" dirty="0">
                <a:solidFill>
                  <a:srgbClr val="FFFFFF"/>
                </a:solidFill>
                <a:latin typeface="Calibri"/>
                <a:cs typeface="Calibri"/>
              </a:rPr>
              <a:t> </a:t>
            </a:r>
            <a:r>
              <a:rPr sz="1163" b="1" dirty="0">
                <a:solidFill>
                  <a:srgbClr val="FFFFFF"/>
                </a:solidFill>
                <a:latin typeface="Calibri"/>
                <a:cs typeface="Calibri"/>
              </a:rPr>
              <a:t>download</a:t>
            </a:r>
            <a:r>
              <a:rPr sz="1163" b="1" spc="23" dirty="0">
                <a:solidFill>
                  <a:srgbClr val="FFFFFF"/>
                </a:solidFill>
                <a:latin typeface="Calibri"/>
                <a:cs typeface="Calibri"/>
              </a:rPr>
              <a:t> </a:t>
            </a:r>
            <a:r>
              <a:rPr sz="1163" b="1" spc="-19" dirty="0">
                <a:solidFill>
                  <a:srgbClr val="FFFFFF"/>
                </a:solidFill>
                <a:latin typeface="Calibri"/>
                <a:cs typeface="Calibri"/>
              </a:rPr>
              <a:t>the </a:t>
            </a:r>
            <a:r>
              <a:rPr sz="1163" b="1" dirty="0">
                <a:solidFill>
                  <a:srgbClr val="FFFFFF"/>
                </a:solidFill>
                <a:latin typeface="Calibri"/>
                <a:cs typeface="Calibri"/>
              </a:rPr>
              <a:t>support</a:t>
            </a:r>
            <a:r>
              <a:rPr sz="1163" b="1" spc="41" dirty="0">
                <a:solidFill>
                  <a:srgbClr val="FFFFFF"/>
                </a:solidFill>
                <a:latin typeface="Calibri"/>
                <a:cs typeface="Calibri"/>
              </a:rPr>
              <a:t> </a:t>
            </a:r>
            <a:r>
              <a:rPr sz="1163" b="1" spc="-8" dirty="0">
                <a:solidFill>
                  <a:srgbClr val="FFFFFF"/>
                </a:solidFill>
                <a:latin typeface="Calibri"/>
                <a:cs typeface="Calibri"/>
              </a:rPr>
              <a:t>material</a:t>
            </a:r>
            <a:endParaRPr sz="1163">
              <a:latin typeface="Calibri"/>
              <a:cs typeface="Calibri"/>
            </a:endParaRPr>
          </a:p>
        </p:txBody>
      </p:sp>
      <p:sp>
        <p:nvSpPr>
          <p:cNvPr id="20" name="object 20"/>
          <p:cNvSpPr txBox="1"/>
          <p:nvPr/>
        </p:nvSpPr>
        <p:spPr>
          <a:xfrm>
            <a:off x="6324600" y="4494225"/>
            <a:ext cx="990124" cy="240450"/>
          </a:xfrm>
          <a:prstGeom prst="rect">
            <a:avLst/>
          </a:prstGeom>
        </p:spPr>
        <p:txBody>
          <a:bodyPr vert="horz" wrap="square" lIns="0" tIns="9525" rIns="0" bIns="0" rtlCol="0">
            <a:spAutoFit/>
          </a:bodyPr>
          <a:lstStyle/>
          <a:p>
            <a:pPr marL="9525">
              <a:spcBef>
                <a:spcPts val="75"/>
              </a:spcBef>
            </a:pPr>
            <a:r>
              <a:rPr sz="1500" b="1" dirty="0">
                <a:latin typeface="Calibri"/>
                <a:cs typeface="Calibri"/>
                <a:hlinkClick r:id="rId8"/>
              </a:rPr>
              <a:t>Thread</a:t>
            </a:r>
            <a:r>
              <a:rPr sz="1500" b="1" spc="-71" dirty="0">
                <a:latin typeface="Calibri"/>
                <a:cs typeface="Calibri"/>
                <a:hlinkClick r:id="rId8"/>
              </a:rPr>
              <a:t> </a:t>
            </a:r>
            <a:r>
              <a:rPr sz="1500" b="1" spc="-8" dirty="0">
                <a:latin typeface="Calibri"/>
                <a:cs typeface="Calibri"/>
                <a:hlinkClick r:id="rId8"/>
              </a:rPr>
              <a:t>Link:</a:t>
            </a:r>
            <a:endParaRPr sz="1500">
              <a:latin typeface="Calibri"/>
              <a:cs typeface="Calibri"/>
            </a:endParaRPr>
          </a:p>
        </p:txBody>
      </p:sp>
      <p:grpSp>
        <p:nvGrpSpPr>
          <p:cNvPr id="21" name="object 21"/>
          <p:cNvGrpSpPr/>
          <p:nvPr/>
        </p:nvGrpSpPr>
        <p:grpSpPr>
          <a:xfrm>
            <a:off x="7348244" y="4455161"/>
            <a:ext cx="230981" cy="360044"/>
            <a:chOff x="9797658" y="5940214"/>
            <a:chExt cx="307975" cy="480059"/>
          </a:xfrm>
        </p:grpSpPr>
        <p:sp>
          <p:nvSpPr>
            <p:cNvPr id="22" name="object 22">
              <a:hlinkClick r:id="rId8"/>
            </p:cNvPr>
            <p:cNvSpPr/>
            <p:nvPr/>
          </p:nvSpPr>
          <p:spPr>
            <a:xfrm>
              <a:off x="9797658" y="6015239"/>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23" name="object 23">
              <a:hlinkClick r:id="rId8"/>
            </p:cNvPr>
            <p:cNvPicPr/>
            <p:nvPr/>
          </p:nvPicPr>
          <p:blipFill>
            <a:blip r:embed="rId9" cstate="print"/>
            <a:stretch>
              <a:fillRect/>
            </a:stretch>
          </p:blipFill>
          <p:spPr>
            <a:xfrm>
              <a:off x="9930412" y="5940214"/>
              <a:ext cx="173132" cy="133427"/>
            </a:xfrm>
            <a:prstGeom prst="rect">
              <a:avLst/>
            </a:prstGeom>
          </p:spPr>
        </p:pic>
      </p:grpSp>
      <p:sp>
        <p:nvSpPr>
          <p:cNvPr id="24" name="object 24"/>
          <p:cNvSpPr txBox="1"/>
          <p:nvPr/>
        </p:nvSpPr>
        <p:spPr>
          <a:xfrm>
            <a:off x="6324600" y="1770076"/>
            <a:ext cx="5258276" cy="2986074"/>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No</a:t>
            </a:r>
            <a:r>
              <a:rPr sz="1500" spc="-38" dirty="0">
                <a:latin typeface="Calibri"/>
                <a:cs typeface="Calibri"/>
              </a:rPr>
              <a:t> </a:t>
            </a:r>
            <a:r>
              <a:rPr sz="1500" dirty="0">
                <a:latin typeface="Calibri"/>
                <a:cs typeface="Calibri"/>
              </a:rPr>
              <a:t>Brother</a:t>
            </a:r>
            <a:r>
              <a:rPr sz="1500" spc="-34" dirty="0">
                <a:latin typeface="Calibri"/>
                <a:cs typeface="Calibri"/>
              </a:rPr>
              <a:t> </a:t>
            </a:r>
            <a:r>
              <a:rPr sz="1500" dirty="0">
                <a:latin typeface="Calibri"/>
                <a:cs typeface="Calibri"/>
              </a:rPr>
              <a:t>should</a:t>
            </a:r>
            <a:r>
              <a:rPr sz="1500" spc="-38" dirty="0">
                <a:latin typeface="Calibri"/>
                <a:cs typeface="Calibri"/>
              </a:rPr>
              <a:t> </a:t>
            </a:r>
            <a:r>
              <a:rPr sz="1500" dirty="0">
                <a:latin typeface="Calibri"/>
                <a:cs typeface="Calibri"/>
              </a:rPr>
              <a:t>be</a:t>
            </a:r>
            <a:r>
              <a:rPr sz="1500" spc="-34" dirty="0">
                <a:latin typeface="Calibri"/>
                <a:cs typeface="Calibri"/>
              </a:rPr>
              <a:t> </a:t>
            </a:r>
            <a:r>
              <a:rPr sz="1500" spc="-8" dirty="0">
                <a:latin typeface="Calibri"/>
                <a:cs typeface="Calibri"/>
              </a:rPr>
              <a:t>influenced</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join</a:t>
            </a:r>
            <a:r>
              <a:rPr sz="1500" spc="-38" dirty="0">
                <a:latin typeface="Calibri"/>
                <a:cs typeface="Calibri"/>
              </a:rPr>
              <a:t> </a:t>
            </a:r>
            <a:r>
              <a:rPr sz="1500" dirty="0">
                <a:latin typeface="Calibri"/>
                <a:cs typeface="Calibri"/>
              </a:rPr>
              <a:t>a</a:t>
            </a:r>
            <a:r>
              <a:rPr sz="1500" spc="-34" dirty="0">
                <a:latin typeface="Calibri"/>
                <a:cs typeface="Calibri"/>
              </a:rPr>
              <a:t> </a:t>
            </a:r>
            <a:r>
              <a:rPr sz="1500" dirty="0">
                <a:latin typeface="Calibri"/>
                <a:cs typeface="Calibri"/>
              </a:rPr>
              <a:t>Chapter</a:t>
            </a:r>
            <a:r>
              <a:rPr sz="1500" spc="-34" dirty="0">
                <a:latin typeface="Calibri"/>
                <a:cs typeface="Calibri"/>
              </a:rPr>
              <a:t> </a:t>
            </a:r>
            <a:r>
              <a:rPr sz="1500" dirty="0">
                <a:latin typeface="Calibri"/>
                <a:cs typeface="Calibri"/>
              </a:rPr>
              <a:t>which</a:t>
            </a:r>
            <a:r>
              <a:rPr sz="1500" spc="-38" dirty="0">
                <a:latin typeface="Calibri"/>
                <a:cs typeface="Calibri"/>
              </a:rPr>
              <a:t> </a:t>
            </a:r>
            <a:r>
              <a:rPr sz="1500" dirty="0">
                <a:latin typeface="Calibri"/>
                <a:cs typeface="Calibri"/>
              </a:rPr>
              <a:t>does</a:t>
            </a:r>
            <a:r>
              <a:rPr sz="1500" spc="-38" dirty="0">
                <a:latin typeface="Calibri"/>
                <a:cs typeface="Calibri"/>
              </a:rPr>
              <a:t> </a:t>
            </a:r>
            <a:r>
              <a:rPr sz="1500" spc="-19" dirty="0">
                <a:latin typeface="Calibri"/>
                <a:cs typeface="Calibri"/>
              </a:rPr>
              <a:t>not </a:t>
            </a:r>
            <a:r>
              <a:rPr sz="1500" dirty="0">
                <a:latin typeface="Calibri"/>
                <a:cs typeface="Calibri"/>
              </a:rPr>
              <a:t>meet</a:t>
            </a:r>
            <a:r>
              <a:rPr sz="1500" spc="-41" dirty="0">
                <a:latin typeface="Calibri"/>
                <a:cs typeface="Calibri"/>
              </a:rPr>
              <a:t> </a:t>
            </a:r>
            <a:r>
              <a:rPr sz="1500" dirty="0">
                <a:latin typeface="Calibri"/>
                <a:cs typeface="Calibri"/>
              </a:rPr>
              <a:t>their</a:t>
            </a:r>
            <a:r>
              <a:rPr sz="1500" spc="-38" dirty="0">
                <a:latin typeface="Calibri"/>
                <a:cs typeface="Calibri"/>
              </a:rPr>
              <a:t> </a:t>
            </a:r>
            <a:r>
              <a:rPr sz="1500" dirty="0">
                <a:latin typeface="Calibri"/>
                <a:cs typeface="Calibri"/>
              </a:rPr>
              <a:t>needs</a:t>
            </a:r>
            <a:r>
              <a:rPr sz="1500" spc="-38" dirty="0">
                <a:latin typeface="Calibri"/>
                <a:cs typeface="Calibri"/>
              </a:rPr>
              <a:t> </a:t>
            </a:r>
            <a:r>
              <a:rPr sz="1500" dirty="0">
                <a:latin typeface="Calibri"/>
                <a:cs typeface="Calibri"/>
              </a:rPr>
              <a:t>simply</a:t>
            </a:r>
            <a:r>
              <a:rPr sz="1500" spc="-38" dirty="0">
                <a:latin typeface="Calibri"/>
                <a:cs typeface="Calibri"/>
              </a:rPr>
              <a:t> </a:t>
            </a:r>
            <a:r>
              <a:rPr sz="1500" dirty="0">
                <a:latin typeface="Calibri"/>
                <a:cs typeface="Calibri"/>
              </a:rPr>
              <a:t>because</a:t>
            </a:r>
            <a:r>
              <a:rPr sz="1500" spc="-34" dirty="0">
                <a:latin typeface="Calibri"/>
                <a:cs typeface="Calibri"/>
              </a:rPr>
              <a:t> </a:t>
            </a:r>
            <a:r>
              <a:rPr sz="1500" dirty="0">
                <a:latin typeface="Calibri"/>
                <a:cs typeface="Calibri"/>
              </a:rPr>
              <a:t>this</a:t>
            </a:r>
            <a:r>
              <a:rPr sz="1500" spc="-41" dirty="0">
                <a:latin typeface="Calibri"/>
                <a:cs typeface="Calibri"/>
              </a:rPr>
              <a:t> </a:t>
            </a:r>
            <a:r>
              <a:rPr sz="1500" dirty="0">
                <a:latin typeface="Calibri"/>
                <a:cs typeface="Calibri"/>
              </a:rPr>
              <a:t>is</a:t>
            </a:r>
            <a:r>
              <a:rPr sz="1500" spc="-38" dirty="0">
                <a:latin typeface="Calibri"/>
                <a:cs typeface="Calibri"/>
              </a:rPr>
              <a:t> </a:t>
            </a:r>
            <a:r>
              <a:rPr sz="1500" dirty="0">
                <a:latin typeface="Calibri"/>
                <a:cs typeface="Calibri"/>
              </a:rPr>
              <a:t>a</a:t>
            </a:r>
            <a:r>
              <a:rPr sz="1500" spc="-41" dirty="0">
                <a:latin typeface="Calibri"/>
                <a:cs typeface="Calibri"/>
              </a:rPr>
              <a:t> </a:t>
            </a:r>
            <a:r>
              <a:rPr sz="1500" dirty="0">
                <a:latin typeface="Calibri"/>
                <a:cs typeface="Calibri"/>
              </a:rPr>
              <a:t>Chapter</a:t>
            </a:r>
            <a:r>
              <a:rPr sz="1500" spc="-34" dirty="0">
                <a:latin typeface="Calibri"/>
                <a:cs typeface="Calibri"/>
              </a:rPr>
              <a:t> </a:t>
            </a:r>
            <a:r>
              <a:rPr sz="1500" spc="-8" dirty="0">
                <a:latin typeface="Calibri"/>
                <a:cs typeface="Calibri"/>
              </a:rPr>
              <a:t>associated</a:t>
            </a:r>
            <a:r>
              <a:rPr sz="1500" spc="-41" dirty="0">
                <a:latin typeface="Calibri"/>
                <a:cs typeface="Calibri"/>
              </a:rPr>
              <a:t> </a:t>
            </a:r>
            <a:r>
              <a:rPr sz="1500" spc="-15" dirty="0">
                <a:latin typeface="Calibri"/>
                <a:cs typeface="Calibri"/>
              </a:rPr>
              <a:t>with </a:t>
            </a:r>
            <a:r>
              <a:rPr sz="1500" dirty="0">
                <a:latin typeface="Calibri"/>
                <a:cs typeface="Calibri"/>
              </a:rPr>
              <a:t>the</a:t>
            </a:r>
            <a:r>
              <a:rPr sz="1500" spc="-38" dirty="0">
                <a:latin typeface="Calibri"/>
                <a:cs typeface="Calibri"/>
              </a:rPr>
              <a:t> </a:t>
            </a:r>
            <a:r>
              <a:rPr sz="1500" dirty="0">
                <a:latin typeface="Calibri"/>
                <a:cs typeface="Calibri"/>
              </a:rPr>
              <a:t>Lodge,</a:t>
            </a:r>
            <a:r>
              <a:rPr sz="1500" spc="-34" dirty="0">
                <a:latin typeface="Calibri"/>
                <a:cs typeface="Calibri"/>
              </a:rPr>
              <a:t> </a:t>
            </a:r>
            <a:r>
              <a:rPr sz="1500" dirty="0">
                <a:latin typeface="Calibri"/>
                <a:cs typeface="Calibri"/>
              </a:rPr>
              <a:t>it</a:t>
            </a:r>
            <a:r>
              <a:rPr sz="1500" spc="-38" dirty="0">
                <a:latin typeface="Calibri"/>
                <a:cs typeface="Calibri"/>
              </a:rPr>
              <a:t> </a:t>
            </a:r>
            <a:r>
              <a:rPr sz="1500" dirty="0">
                <a:latin typeface="Calibri"/>
                <a:cs typeface="Calibri"/>
              </a:rPr>
              <a:t>is</a:t>
            </a:r>
            <a:r>
              <a:rPr sz="1500" spc="-38" dirty="0">
                <a:latin typeface="Calibri"/>
                <a:cs typeface="Calibri"/>
              </a:rPr>
              <a:t> </a:t>
            </a:r>
            <a:r>
              <a:rPr sz="1500" spc="-8" dirty="0">
                <a:latin typeface="Calibri"/>
                <a:cs typeface="Calibri"/>
              </a:rPr>
              <a:t>important</a:t>
            </a:r>
            <a:r>
              <a:rPr sz="1500" spc="-38"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meeting</a:t>
            </a:r>
            <a:r>
              <a:rPr sz="1500" spc="-34" dirty="0">
                <a:latin typeface="Calibri"/>
                <a:cs typeface="Calibri"/>
              </a:rPr>
              <a:t> </a:t>
            </a:r>
            <a:r>
              <a:rPr sz="1500" dirty="0">
                <a:latin typeface="Calibri"/>
                <a:cs typeface="Calibri"/>
              </a:rPr>
              <a:t>schedule</a:t>
            </a:r>
            <a:r>
              <a:rPr sz="1500" spc="-34" dirty="0">
                <a:latin typeface="Calibri"/>
                <a:cs typeface="Calibri"/>
              </a:rPr>
              <a:t> </a:t>
            </a:r>
            <a:r>
              <a:rPr sz="1500" dirty="0">
                <a:latin typeface="Calibri"/>
                <a:cs typeface="Calibri"/>
              </a:rPr>
              <a:t>meets</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Brother</a:t>
            </a:r>
            <a:r>
              <a:rPr sz="1500" spc="-34" dirty="0">
                <a:latin typeface="Calibri"/>
                <a:cs typeface="Calibri"/>
              </a:rPr>
              <a:t> </a:t>
            </a:r>
            <a:r>
              <a:rPr sz="1500" spc="-38" dirty="0">
                <a:latin typeface="Calibri"/>
                <a:cs typeface="Calibri"/>
              </a:rPr>
              <a:t>/ </a:t>
            </a:r>
            <a:r>
              <a:rPr sz="1500" dirty="0">
                <a:latin typeface="Calibri"/>
                <a:cs typeface="Calibri"/>
              </a:rPr>
              <a:t>Future</a:t>
            </a:r>
            <a:r>
              <a:rPr sz="1500" spc="-45" dirty="0">
                <a:latin typeface="Calibri"/>
                <a:cs typeface="Calibri"/>
              </a:rPr>
              <a:t> </a:t>
            </a:r>
            <a:r>
              <a:rPr sz="1500" dirty="0">
                <a:latin typeface="Calibri"/>
                <a:cs typeface="Calibri"/>
              </a:rPr>
              <a:t>Companions</a:t>
            </a:r>
            <a:r>
              <a:rPr sz="1500" spc="-45" dirty="0">
                <a:latin typeface="Calibri"/>
                <a:cs typeface="Calibri"/>
              </a:rPr>
              <a:t> </a:t>
            </a:r>
            <a:r>
              <a:rPr sz="1500" dirty="0">
                <a:latin typeface="Calibri"/>
                <a:cs typeface="Calibri"/>
              </a:rPr>
              <a:t>needs</a:t>
            </a:r>
            <a:r>
              <a:rPr sz="1500" spc="-49" dirty="0">
                <a:latin typeface="Calibri"/>
                <a:cs typeface="Calibri"/>
              </a:rPr>
              <a:t> </a:t>
            </a:r>
            <a:r>
              <a:rPr sz="1500" dirty="0">
                <a:latin typeface="Calibri"/>
                <a:cs typeface="Calibri"/>
              </a:rPr>
              <a:t>otherwise</a:t>
            </a:r>
            <a:r>
              <a:rPr sz="1500" spc="-41" dirty="0">
                <a:latin typeface="Calibri"/>
                <a:cs typeface="Calibri"/>
              </a:rPr>
              <a:t> </a:t>
            </a:r>
            <a:r>
              <a:rPr sz="1500" dirty="0">
                <a:latin typeface="Calibri"/>
                <a:cs typeface="Calibri"/>
              </a:rPr>
              <a:t>we</a:t>
            </a:r>
            <a:r>
              <a:rPr sz="1500" spc="-45" dirty="0">
                <a:latin typeface="Calibri"/>
                <a:cs typeface="Calibri"/>
              </a:rPr>
              <a:t> </a:t>
            </a:r>
            <a:r>
              <a:rPr sz="1500" spc="-8" dirty="0">
                <a:latin typeface="Calibri"/>
                <a:cs typeface="Calibri"/>
              </a:rPr>
              <a:t>create</a:t>
            </a:r>
            <a:r>
              <a:rPr sz="1500" spc="-41" dirty="0">
                <a:latin typeface="Calibri"/>
                <a:cs typeface="Calibri"/>
              </a:rPr>
              <a:t> </a:t>
            </a:r>
            <a:r>
              <a:rPr sz="1500" dirty="0">
                <a:latin typeface="Calibri"/>
                <a:cs typeface="Calibri"/>
              </a:rPr>
              <a:t>the</a:t>
            </a:r>
            <a:r>
              <a:rPr sz="1500" spc="-45" dirty="0">
                <a:latin typeface="Calibri"/>
                <a:cs typeface="Calibri"/>
              </a:rPr>
              <a:t> </a:t>
            </a:r>
            <a:r>
              <a:rPr sz="1500" dirty="0">
                <a:latin typeface="Calibri"/>
                <a:cs typeface="Calibri"/>
              </a:rPr>
              <a:t>first</a:t>
            </a:r>
            <a:r>
              <a:rPr sz="1500" spc="-45" dirty="0">
                <a:latin typeface="Calibri"/>
                <a:cs typeface="Calibri"/>
              </a:rPr>
              <a:t> </a:t>
            </a:r>
            <a:r>
              <a:rPr sz="1500" dirty="0">
                <a:latin typeface="Calibri"/>
                <a:cs typeface="Calibri"/>
              </a:rPr>
              <a:t>step</a:t>
            </a:r>
            <a:r>
              <a:rPr sz="1500" spc="-45" dirty="0">
                <a:latin typeface="Calibri"/>
                <a:cs typeface="Calibri"/>
              </a:rPr>
              <a:t> </a:t>
            </a:r>
            <a:r>
              <a:rPr sz="1500" dirty="0">
                <a:latin typeface="Calibri"/>
                <a:cs typeface="Calibri"/>
              </a:rPr>
              <a:t>on</a:t>
            </a:r>
            <a:r>
              <a:rPr sz="1500" spc="-49" dirty="0">
                <a:latin typeface="Calibri"/>
                <a:cs typeface="Calibri"/>
              </a:rPr>
              <a:t> </a:t>
            </a:r>
            <a:r>
              <a:rPr sz="1500" spc="-19" dirty="0">
                <a:latin typeface="Calibri"/>
                <a:cs typeface="Calibri"/>
              </a:rPr>
              <a:t>the </a:t>
            </a:r>
            <a:r>
              <a:rPr sz="1500" dirty="0">
                <a:latin typeface="Calibri"/>
                <a:cs typeface="Calibri"/>
              </a:rPr>
              <a:t>journey</a:t>
            </a:r>
            <a:r>
              <a:rPr sz="1500" spc="-34"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future</a:t>
            </a:r>
            <a:r>
              <a:rPr sz="1500" spc="-30" dirty="0">
                <a:latin typeface="Calibri"/>
                <a:cs typeface="Calibri"/>
              </a:rPr>
              <a:t> </a:t>
            </a:r>
            <a:r>
              <a:rPr sz="1500" spc="-8" dirty="0">
                <a:latin typeface="Calibri"/>
                <a:cs typeface="Calibri"/>
              </a:rPr>
              <a:t>dissatisfaction.</a:t>
            </a:r>
            <a:endParaRPr sz="1500">
              <a:latin typeface="Calibri"/>
              <a:cs typeface="Calibri"/>
            </a:endParaRPr>
          </a:p>
          <a:p>
            <a:pPr marL="9525" marR="201454">
              <a:lnSpc>
                <a:spcPct val="125000"/>
              </a:lnSpc>
              <a:spcBef>
                <a:spcPts val="1500"/>
              </a:spcBef>
            </a:pPr>
            <a:r>
              <a:rPr sz="1500" dirty="0">
                <a:latin typeface="Calibri"/>
                <a:cs typeface="Calibri"/>
              </a:rPr>
              <a:t>A</a:t>
            </a:r>
            <a:r>
              <a:rPr sz="1500" spc="-38" dirty="0">
                <a:latin typeface="Calibri"/>
                <a:cs typeface="Calibri"/>
              </a:rPr>
              <a:t> </a:t>
            </a:r>
            <a:r>
              <a:rPr sz="1500" dirty="0">
                <a:latin typeface="Calibri"/>
                <a:cs typeface="Calibri"/>
              </a:rPr>
              <a:t>full</a:t>
            </a:r>
            <a:r>
              <a:rPr sz="1500" spc="-38" dirty="0">
                <a:latin typeface="Calibri"/>
                <a:cs typeface="Calibri"/>
              </a:rPr>
              <a:t> </a:t>
            </a:r>
            <a:r>
              <a:rPr sz="1500" dirty="0">
                <a:latin typeface="Calibri"/>
                <a:cs typeface="Calibri"/>
              </a:rPr>
              <a:t>review</a:t>
            </a:r>
            <a:r>
              <a:rPr sz="1500" spc="-34"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ways</a:t>
            </a:r>
            <a:r>
              <a:rPr sz="1500" spc="-38" dirty="0">
                <a:latin typeface="Calibri"/>
                <a:cs typeface="Calibri"/>
              </a:rPr>
              <a:t> </a:t>
            </a:r>
            <a:r>
              <a:rPr sz="1500" dirty="0">
                <a:latin typeface="Calibri"/>
                <a:cs typeface="Calibri"/>
              </a:rPr>
              <a:t>in</a:t>
            </a:r>
            <a:r>
              <a:rPr sz="1500" spc="-38" dirty="0">
                <a:latin typeface="Calibri"/>
                <a:cs typeface="Calibri"/>
              </a:rPr>
              <a:t> </a:t>
            </a:r>
            <a:r>
              <a:rPr sz="1500" dirty="0">
                <a:latin typeface="Calibri"/>
                <a:cs typeface="Calibri"/>
              </a:rPr>
              <a:t>which</a:t>
            </a:r>
            <a:r>
              <a:rPr sz="1500" spc="-38" dirty="0">
                <a:latin typeface="Calibri"/>
                <a:cs typeface="Calibri"/>
              </a:rPr>
              <a:t> </a:t>
            </a:r>
            <a:r>
              <a:rPr sz="1500" dirty="0">
                <a:latin typeface="Calibri"/>
                <a:cs typeface="Calibri"/>
              </a:rPr>
              <a:t>a</a:t>
            </a:r>
            <a:r>
              <a:rPr sz="1500" spc="-38"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38" dirty="0">
                <a:latin typeface="Calibri"/>
                <a:cs typeface="Calibri"/>
              </a:rPr>
              <a:t> </a:t>
            </a:r>
            <a:r>
              <a:rPr sz="1500" spc="-15" dirty="0">
                <a:latin typeface="Calibri"/>
                <a:cs typeface="Calibri"/>
              </a:rPr>
              <a:t>Representative</a:t>
            </a:r>
            <a:r>
              <a:rPr sz="1500" spc="-34" dirty="0">
                <a:latin typeface="Calibri"/>
                <a:cs typeface="Calibri"/>
              </a:rPr>
              <a:t> </a:t>
            </a:r>
            <a:r>
              <a:rPr sz="1500" spc="-19" dirty="0">
                <a:latin typeface="Calibri"/>
                <a:cs typeface="Calibri"/>
              </a:rPr>
              <a:t>can </a:t>
            </a:r>
            <a:r>
              <a:rPr sz="1500" spc="-8" dirty="0">
                <a:latin typeface="Calibri"/>
                <a:cs typeface="Calibri"/>
              </a:rPr>
              <a:t>contribute</a:t>
            </a:r>
            <a:r>
              <a:rPr sz="1500" spc="-30" dirty="0">
                <a:latin typeface="Calibri"/>
                <a:cs typeface="Calibri"/>
              </a:rPr>
              <a:t> </a:t>
            </a:r>
            <a:r>
              <a:rPr sz="1500" dirty="0">
                <a:latin typeface="Calibri"/>
                <a:cs typeface="Calibri"/>
              </a:rPr>
              <a:t>and</a:t>
            </a:r>
            <a:r>
              <a:rPr sz="1500" spc="-34" dirty="0">
                <a:latin typeface="Calibri"/>
                <a:cs typeface="Calibri"/>
              </a:rPr>
              <a:t> </a:t>
            </a:r>
            <a:r>
              <a:rPr sz="1500" spc="-8" dirty="0">
                <a:latin typeface="Calibri"/>
                <a:cs typeface="Calibri"/>
              </a:rPr>
              <a:t>resources</a:t>
            </a:r>
            <a:r>
              <a:rPr sz="1500" spc="-34" dirty="0">
                <a:latin typeface="Calibri"/>
                <a:cs typeface="Calibri"/>
              </a:rPr>
              <a:t> </a:t>
            </a:r>
            <a:r>
              <a:rPr sz="1500" spc="-8" dirty="0">
                <a:latin typeface="Calibri"/>
                <a:cs typeface="Calibri"/>
              </a:rPr>
              <a:t>available</a:t>
            </a:r>
            <a:r>
              <a:rPr sz="1500" spc="-30" dirty="0">
                <a:latin typeface="Calibri"/>
                <a:cs typeface="Calibri"/>
              </a:rPr>
              <a:t> </a:t>
            </a:r>
            <a:r>
              <a:rPr sz="1500" dirty="0">
                <a:latin typeface="Calibri"/>
                <a:cs typeface="Calibri"/>
              </a:rPr>
              <a:t>can</a:t>
            </a:r>
            <a:r>
              <a:rPr sz="1500" spc="-34" dirty="0">
                <a:latin typeface="Calibri"/>
                <a:cs typeface="Calibri"/>
              </a:rPr>
              <a:t> </a:t>
            </a:r>
            <a:r>
              <a:rPr sz="1500" dirty="0">
                <a:latin typeface="Calibri"/>
                <a:cs typeface="Calibri"/>
              </a:rPr>
              <a:t>be</a:t>
            </a:r>
            <a:r>
              <a:rPr sz="1500" spc="-26" dirty="0">
                <a:latin typeface="Calibri"/>
                <a:cs typeface="Calibri"/>
              </a:rPr>
              <a:t> </a:t>
            </a:r>
            <a:r>
              <a:rPr sz="1500" dirty="0">
                <a:latin typeface="Calibri"/>
                <a:cs typeface="Calibri"/>
              </a:rPr>
              <a:t>found</a:t>
            </a:r>
            <a:r>
              <a:rPr sz="1500" spc="-34" dirty="0">
                <a:latin typeface="Calibri"/>
                <a:cs typeface="Calibri"/>
              </a:rPr>
              <a:t> </a:t>
            </a:r>
            <a:r>
              <a:rPr sz="1500" dirty="0">
                <a:latin typeface="Calibri"/>
                <a:cs typeface="Calibri"/>
              </a:rPr>
              <a:t>in</a:t>
            </a:r>
            <a:r>
              <a:rPr sz="1500" spc="-34"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full</a:t>
            </a:r>
            <a:r>
              <a:rPr sz="1500" spc="-34" dirty="0">
                <a:latin typeface="Calibri"/>
                <a:cs typeface="Calibri"/>
              </a:rPr>
              <a:t> </a:t>
            </a:r>
            <a:r>
              <a:rPr sz="1500" spc="-8" dirty="0">
                <a:latin typeface="Calibri"/>
                <a:cs typeface="Calibri"/>
              </a:rPr>
              <a:t>thread </a:t>
            </a:r>
            <a:r>
              <a:rPr sz="1500" dirty="0">
                <a:latin typeface="Calibri"/>
                <a:cs typeface="Calibri"/>
              </a:rPr>
              <a:t>together</a:t>
            </a:r>
            <a:r>
              <a:rPr sz="1500" spc="-38" dirty="0">
                <a:latin typeface="Calibri"/>
                <a:cs typeface="Calibri"/>
              </a:rPr>
              <a:t> </a:t>
            </a:r>
            <a:r>
              <a:rPr sz="1500" dirty="0">
                <a:latin typeface="Calibri"/>
                <a:cs typeface="Calibri"/>
              </a:rPr>
              <a:t>with</a:t>
            </a:r>
            <a:r>
              <a:rPr sz="1500" spc="-41" dirty="0">
                <a:latin typeface="Calibri"/>
                <a:cs typeface="Calibri"/>
              </a:rPr>
              <a:t> </a:t>
            </a:r>
            <a:r>
              <a:rPr sz="1500" dirty="0">
                <a:latin typeface="Calibri"/>
                <a:cs typeface="Calibri"/>
              </a:rPr>
              <a:t>a</a:t>
            </a:r>
            <a:r>
              <a:rPr sz="1500" spc="-41" dirty="0">
                <a:latin typeface="Calibri"/>
                <a:cs typeface="Calibri"/>
              </a:rPr>
              <a:t> </a:t>
            </a:r>
            <a:r>
              <a:rPr sz="1500" dirty="0">
                <a:latin typeface="Calibri"/>
                <a:cs typeface="Calibri"/>
              </a:rPr>
              <a:t>suite</a:t>
            </a:r>
            <a:r>
              <a:rPr sz="1500" spc="-38"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support</a:t>
            </a:r>
            <a:r>
              <a:rPr sz="1500" spc="-41" dirty="0">
                <a:latin typeface="Calibri"/>
                <a:cs typeface="Calibri"/>
              </a:rPr>
              <a:t> </a:t>
            </a:r>
            <a:r>
              <a:rPr sz="1500" spc="-8" dirty="0">
                <a:latin typeface="Calibri"/>
                <a:cs typeface="Calibri"/>
              </a:rPr>
              <a:t>materials.</a:t>
            </a:r>
            <a:endParaRPr sz="1500">
              <a:latin typeface="Calibri"/>
              <a:cs typeface="Calibri"/>
            </a:endParaRPr>
          </a:p>
          <a:p>
            <a:pPr>
              <a:spcBef>
                <a:spcPts val="191"/>
              </a:spcBef>
            </a:pPr>
            <a:endParaRPr sz="1500">
              <a:latin typeface="Calibri"/>
              <a:cs typeface="Calibri"/>
            </a:endParaRPr>
          </a:p>
          <a:p>
            <a:pPr marL="1297304"/>
            <a:r>
              <a:rPr sz="1425" b="1" spc="-8" dirty="0">
                <a:solidFill>
                  <a:srgbClr val="B02E24"/>
                </a:solidFill>
                <a:latin typeface="Calibri"/>
                <a:cs typeface="Calibri"/>
                <a:hlinkClick r:id="rId8"/>
              </a:rPr>
              <a:t>Royal</a:t>
            </a:r>
            <a:r>
              <a:rPr sz="1425" b="1" spc="-45" dirty="0">
                <a:solidFill>
                  <a:srgbClr val="B02E24"/>
                </a:solidFill>
                <a:latin typeface="Calibri"/>
                <a:cs typeface="Calibri"/>
                <a:hlinkClick r:id="rId8"/>
              </a:rPr>
              <a:t> </a:t>
            </a:r>
            <a:r>
              <a:rPr sz="1425" b="1" dirty="0">
                <a:solidFill>
                  <a:srgbClr val="B02E24"/>
                </a:solidFill>
                <a:latin typeface="Calibri"/>
                <a:cs typeface="Calibri"/>
                <a:hlinkClick r:id="rId8"/>
              </a:rPr>
              <a:t>Arch</a:t>
            </a:r>
            <a:r>
              <a:rPr sz="1425" b="1" spc="-41" dirty="0">
                <a:solidFill>
                  <a:srgbClr val="B02E24"/>
                </a:solidFill>
                <a:latin typeface="Calibri"/>
                <a:cs typeface="Calibri"/>
                <a:hlinkClick r:id="rId8"/>
              </a:rPr>
              <a:t> </a:t>
            </a:r>
            <a:r>
              <a:rPr sz="1425" b="1" spc="-15" dirty="0">
                <a:solidFill>
                  <a:srgbClr val="B02E24"/>
                </a:solidFill>
                <a:latin typeface="Calibri"/>
                <a:cs typeface="Calibri"/>
                <a:hlinkClick r:id="rId8"/>
              </a:rPr>
              <a:t>Reps</a:t>
            </a:r>
            <a:endParaRPr sz="1425">
              <a:latin typeface="Calibri"/>
              <a:cs typeface="Calibri"/>
            </a:endParaRPr>
          </a:p>
        </p:txBody>
      </p:sp>
      <p:grpSp>
        <p:nvGrpSpPr>
          <p:cNvPr id="25" name="object 25"/>
          <p:cNvGrpSpPr/>
          <p:nvPr/>
        </p:nvGrpSpPr>
        <p:grpSpPr>
          <a:xfrm>
            <a:off x="0" y="6246019"/>
            <a:ext cx="12192000" cy="611981"/>
            <a:chOff x="0" y="8328025"/>
            <a:chExt cx="16256000" cy="815975"/>
          </a:xfrm>
        </p:grpSpPr>
        <p:sp>
          <p:nvSpPr>
            <p:cNvPr id="26" name="object 26"/>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27" name="object 27"/>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28" name="object 28"/>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29" name="object 29"/>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30" name="object 30"/>
            <p:cNvPicPr/>
            <p:nvPr/>
          </p:nvPicPr>
          <p:blipFill>
            <a:blip r:embed="rId10" cstate="print"/>
            <a:stretch>
              <a:fillRect/>
            </a:stretch>
          </p:blipFill>
          <p:spPr>
            <a:xfrm>
              <a:off x="317500" y="8601503"/>
              <a:ext cx="610382" cy="250854"/>
            </a:xfrm>
            <a:prstGeom prst="rect">
              <a:avLst/>
            </a:prstGeom>
          </p:spPr>
        </p:pic>
        <p:sp>
          <p:nvSpPr>
            <p:cNvPr id="31" name="object 31"/>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32" name="object 32"/>
            <p:cNvPicPr/>
            <p:nvPr/>
          </p:nvPicPr>
          <p:blipFill>
            <a:blip r:embed="rId11" cstate="print"/>
            <a:stretch>
              <a:fillRect/>
            </a:stretch>
          </p:blipFill>
          <p:spPr>
            <a:xfrm>
              <a:off x="2385576" y="8601503"/>
              <a:ext cx="704542" cy="290622"/>
            </a:xfrm>
            <a:prstGeom prst="rect">
              <a:avLst/>
            </a:prstGeom>
          </p:spPr>
        </p:pic>
        <p:pic>
          <p:nvPicPr>
            <p:cNvPr id="33" name="object 33"/>
            <p:cNvPicPr/>
            <p:nvPr/>
          </p:nvPicPr>
          <p:blipFill>
            <a:blip r:embed="rId12" cstate="print"/>
            <a:stretch>
              <a:fillRect/>
            </a:stretch>
          </p:blipFill>
          <p:spPr>
            <a:xfrm>
              <a:off x="1505752" y="8642926"/>
              <a:ext cx="669089" cy="203733"/>
            </a:xfrm>
            <a:prstGeom prst="rect">
              <a:avLst/>
            </a:prstGeom>
          </p:spPr>
        </p:pic>
        <p:pic>
          <p:nvPicPr>
            <p:cNvPr id="34" name="object 34"/>
            <p:cNvPicPr/>
            <p:nvPr/>
          </p:nvPicPr>
          <p:blipFill>
            <a:blip r:embed="rId13" cstate="print"/>
            <a:stretch>
              <a:fillRect/>
            </a:stretch>
          </p:blipFill>
          <p:spPr>
            <a:xfrm>
              <a:off x="1138631" y="8575779"/>
              <a:ext cx="338035" cy="338035"/>
            </a:xfrm>
            <a:prstGeom prst="rect">
              <a:avLst/>
            </a:prstGeom>
          </p:spPr>
        </p:pic>
        <p:sp>
          <p:nvSpPr>
            <p:cNvPr id="35" name="object 35"/>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156484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p:nvPr/>
        </p:nvSpPr>
        <p:spPr>
          <a:xfrm>
            <a:off x="333376" y="1770075"/>
            <a:ext cx="5326856" cy="1452321"/>
          </a:xfrm>
          <a:prstGeom prst="rect">
            <a:avLst/>
          </a:prstGeom>
        </p:spPr>
        <p:txBody>
          <a:bodyPr vert="horz" wrap="square" lIns="0" tIns="9525" rIns="0" bIns="0" rtlCol="0">
            <a:spAutoFit/>
          </a:bodyPr>
          <a:lstStyle/>
          <a:p>
            <a:pPr marL="9525" marR="3810">
              <a:lnSpc>
                <a:spcPct val="125000"/>
              </a:lnSpc>
              <a:spcBef>
                <a:spcPts val="75"/>
              </a:spcBef>
            </a:pPr>
            <a:r>
              <a:rPr sz="1500" spc="-8" dirty="0">
                <a:latin typeface="Calibri"/>
                <a:cs typeface="Calibri"/>
              </a:rPr>
              <a:t>Prospective</a:t>
            </a:r>
            <a:r>
              <a:rPr sz="1500" spc="-34" dirty="0">
                <a:latin typeface="Calibri"/>
                <a:cs typeface="Calibri"/>
              </a:rPr>
              <a:t> </a:t>
            </a:r>
            <a:r>
              <a:rPr sz="1500" dirty="0">
                <a:latin typeface="Calibri"/>
                <a:cs typeface="Calibri"/>
              </a:rPr>
              <a:t>Companions</a:t>
            </a:r>
            <a:r>
              <a:rPr sz="1500" spc="-34" dirty="0">
                <a:latin typeface="Calibri"/>
                <a:cs typeface="Calibri"/>
              </a:rPr>
              <a:t> </a:t>
            </a:r>
            <a:r>
              <a:rPr sz="1500" dirty="0">
                <a:latin typeface="Calibri"/>
                <a:cs typeface="Calibri"/>
              </a:rPr>
              <a:t>can</a:t>
            </a:r>
            <a:r>
              <a:rPr sz="1500" spc="-30" dirty="0">
                <a:latin typeface="Calibri"/>
                <a:cs typeface="Calibri"/>
              </a:rPr>
              <a:t> </a:t>
            </a:r>
            <a:r>
              <a:rPr sz="1500" dirty="0">
                <a:latin typeface="Calibri"/>
                <a:cs typeface="Calibri"/>
              </a:rPr>
              <a:t>only</a:t>
            </a:r>
            <a:r>
              <a:rPr sz="1500" spc="-34" dirty="0">
                <a:latin typeface="Calibri"/>
                <a:cs typeface="Calibri"/>
              </a:rPr>
              <a:t> </a:t>
            </a:r>
            <a:r>
              <a:rPr sz="1500" dirty="0">
                <a:latin typeface="Calibri"/>
                <a:cs typeface="Calibri"/>
              </a:rPr>
              <a:t>come</a:t>
            </a:r>
            <a:r>
              <a:rPr sz="1500" spc="-30" dirty="0">
                <a:latin typeface="Calibri"/>
                <a:cs typeface="Calibri"/>
              </a:rPr>
              <a:t> </a:t>
            </a:r>
            <a:r>
              <a:rPr sz="1500" dirty="0">
                <a:latin typeface="Calibri"/>
                <a:cs typeface="Calibri"/>
              </a:rPr>
              <a:t>from</a:t>
            </a:r>
            <a:r>
              <a:rPr sz="1500" spc="-30" dirty="0">
                <a:latin typeface="Calibri"/>
                <a:cs typeface="Calibri"/>
              </a:rPr>
              <a:t> </a:t>
            </a:r>
            <a:r>
              <a:rPr sz="1500" dirty="0">
                <a:latin typeface="Calibri"/>
                <a:cs typeface="Calibri"/>
              </a:rPr>
              <a:t>Lodges</a:t>
            </a:r>
            <a:r>
              <a:rPr sz="1500" spc="-34" dirty="0">
                <a:latin typeface="Calibri"/>
                <a:cs typeface="Calibri"/>
              </a:rPr>
              <a:t> </a:t>
            </a:r>
            <a:r>
              <a:rPr sz="1500" dirty="0">
                <a:latin typeface="Calibri"/>
                <a:cs typeface="Calibri"/>
              </a:rPr>
              <a:t>and</a:t>
            </a:r>
            <a:r>
              <a:rPr sz="1500" spc="-34" dirty="0">
                <a:latin typeface="Calibri"/>
                <a:cs typeface="Calibri"/>
              </a:rPr>
              <a:t> </a:t>
            </a:r>
            <a:r>
              <a:rPr sz="1500" spc="-8" dirty="0">
                <a:latin typeface="Calibri"/>
                <a:cs typeface="Calibri"/>
              </a:rPr>
              <a:t>invariably </a:t>
            </a:r>
            <a:r>
              <a:rPr sz="1500" dirty="0">
                <a:latin typeface="Calibri"/>
                <a:cs typeface="Calibri"/>
              </a:rPr>
              <a:t>Lodges</a:t>
            </a:r>
            <a:r>
              <a:rPr sz="1500" spc="-41" dirty="0">
                <a:latin typeface="Calibri"/>
                <a:cs typeface="Calibri"/>
              </a:rPr>
              <a:t> </a:t>
            </a:r>
            <a:r>
              <a:rPr sz="1500" dirty="0">
                <a:latin typeface="Calibri"/>
                <a:cs typeface="Calibri"/>
              </a:rPr>
              <a:t>that</a:t>
            </a:r>
            <a:r>
              <a:rPr sz="1500" spc="-38" dirty="0">
                <a:latin typeface="Calibri"/>
                <a:cs typeface="Calibri"/>
              </a:rPr>
              <a:t> </a:t>
            </a:r>
            <a:r>
              <a:rPr sz="1500" dirty="0">
                <a:latin typeface="Calibri"/>
                <a:cs typeface="Calibri"/>
              </a:rPr>
              <a:t>are</a:t>
            </a:r>
            <a:r>
              <a:rPr sz="1500" spc="-38" dirty="0">
                <a:latin typeface="Calibri"/>
                <a:cs typeface="Calibri"/>
              </a:rPr>
              <a:t> </a:t>
            </a:r>
            <a:r>
              <a:rPr sz="1500" spc="-8" dirty="0">
                <a:latin typeface="Calibri"/>
                <a:cs typeface="Calibri"/>
              </a:rPr>
              <a:t>successful</a:t>
            </a:r>
            <a:r>
              <a:rPr sz="1500" spc="-38" dirty="0">
                <a:latin typeface="Calibri"/>
                <a:cs typeface="Calibri"/>
              </a:rPr>
              <a:t> </a:t>
            </a:r>
            <a:r>
              <a:rPr sz="1500" dirty="0">
                <a:latin typeface="Calibri"/>
                <a:cs typeface="Calibri"/>
              </a:rPr>
              <a:t>in</a:t>
            </a:r>
            <a:r>
              <a:rPr sz="1500" spc="-38" dirty="0">
                <a:latin typeface="Calibri"/>
                <a:cs typeface="Calibri"/>
              </a:rPr>
              <a:t> </a:t>
            </a:r>
            <a:r>
              <a:rPr sz="1500" spc="-8" dirty="0">
                <a:latin typeface="Calibri"/>
                <a:cs typeface="Calibri"/>
              </a:rPr>
              <a:t>generating</a:t>
            </a:r>
            <a:r>
              <a:rPr sz="1500" spc="-38" dirty="0">
                <a:latin typeface="Calibri"/>
                <a:cs typeface="Calibri"/>
              </a:rPr>
              <a:t> </a:t>
            </a:r>
            <a:r>
              <a:rPr sz="1500" dirty="0">
                <a:latin typeface="Calibri"/>
                <a:cs typeface="Calibri"/>
              </a:rPr>
              <a:t>new</a:t>
            </a:r>
            <a:r>
              <a:rPr sz="1500" spc="-34" dirty="0">
                <a:latin typeface="Calibri"/>
                <a:cs typeface="Calibri"/>
              </a:rPr>
              <a:t> </a:t>
            </a:r>
            <a:r>
              <a:rPr sz="1500" spc="-8" dirty="0">
                <a:latin typeface="Calibri"/>
                <a:cs typeface="Calibri"/>
              </a:rPr>
              <a:t>members</a:t>
            </a:r>
            <a:r>
              <a:rPr sz="1500" spc="-38" dirty="0">
                <a:latin typeface="Calibri"/>
                <a:cs typeface="Calibri"/>
              </a:rPr>
              <a:t> </a:t>
            </a:r>
            <a:r>
              <a:rPr sz="1500" dirty="0">
                <a:latin typeface="Calibri"/>
                <a:cs typeface="Calibri"/>
              </a:rPr>
              <a:t>through</a:t>
            </a:r>
            <a:r>
              <a:rPr sz="1500" spc="-41" dirty="0">
                <a:latin typeface="Calibri"/>
                <a:cs typeface="Calibri"/>
              </a:rPr>
              <a:t> </a:t>
            </a:r>
            <a:r>
              <a:rPr sz="1500" spc="-15" dirty="0">
                <a:latin typeface="Calibri"/>
                <a:cs typeface="Calibri"/>
              </a:rPr>
              <a:t>well </a:t>
            </a:r>
            <a:r>
              <a:rPr sz="1500" dirty="0">
                <a:latin typeface="Calibri"/>
                <a:cs typeface="Calibri"/>
              </a:rPr>
              <a:t>managed</a:t>
            </a:r>
            <a:r>
              <a:rPr sz="1500" spc="-41" dirty="0">
                <a:latin typeface="Calibri"/>
                <a:cs typeface="Calibri"/>
              </a:rPr>
              <a:t> </a:t>
            </a:r>
            <a:r>
              <a:rPr sz="1500" spc="-15" dirty="0">
                <a:latin typeface="Calibri"/>
                <a:cs typeface="Calibri"/>
              </a:rPr>
              <a:t>attraction</a:t>
            </a:r>
            <a:r>
              <a:rPr sz="1500" spc="-41" dirty="0">
                <a:latin typeface="Calibri"/>
                <a:cs typeface="Calibri"/>
              </a:rPr>
              <a:t> </a:t>
            </a:r>
            <a:r>
              <a:rPr sz="1500" dirty="0">
                <a:latin typeface="Calibri"/>
                <a:cs typeface="Calibri"/>
              </a:rPr>
              <a:t>events</a:t>
            </a:r>
            <a:r>
              <a:rPr sz="1500" spc="-38" dirty="0">
                <a:latin typeface="Calibri"/>
                <a:cs typeface="Calibri"/>
              </a:rPr>
              <a:t> </a:t>
            </a:r>
            <a:r>
              <a:rPr sz="1500" dirty="0">
                <a:latin typeface="Calibri"/>
                <a:cs typeface="Calibri"/>
              </a:rPr>
              <a:t>and</a:t>
            </a:r>
            <a:r>
              <a:rPr sz="1500" spc="-41" dirty="0">
                <a:latin typeface="Calibri"/>
                <a:cs typeface="Calibri"/>
              </a:rPr>
              <a:t> </a:t>
            </a:r>
            <a:r>
              <a:rPr sz="1500" dirty="0">
                <a:latin typeface="Calibri"/>
                <a:cs typeface="Calibri"/>
              </a:rPr>
              <a:t>a</a:t>
            </a:r>
            <a:r>
              <a:rPr sz="1500" spc="-41" dirty="0">
                <a:latin typeface="Calibri"/>
                <a:cs typeface="Calibri"/>
              </a:rPr>
              <a:t> </a:t>
            </a:r>
            <a:r>
              <a:rPr sz="1500" spc="-8" dirty="0">
                <a:latin typeface="Calibri"/>
                <a:cs typeface="Calibri"/>
              </a:rPr>
              <a:t>programme</a:t>
            </a:r>
            <a:r>
              <a:rPr sz="1500" spc="-34"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good</a:t>
            </a:r>
            <a:r>
              <a:rPr sz="1500" spc="-41" dirty="0">
                <a:latin typeface="Calibri"/>
                <a:cs typeface="Calibri"/>
              </a:rPr>
              <a:t> </a:t>
            </a:r>
            <a:r>
              <a:rPr sz="1500" dirty="0">
                <a:latin typeface="Calibri"/>
                <a:cs typeface="Calibri"/>
              </a:rPr>
              <a:t>mentoring</a:t>
            </a:r>
            <a:r>
              <a:rPr sz="1500" spc="-34" dirty="0">
                <a:latin typeface="Calibri"/>
                <a:cs typeface="Calibri"/>
              </a:rPr>
              <a:t> </a:t>
            </a:r>
            <a:r>
              <a:rPr sz="1500" spc="-19" dirty="0">
                <a:latin typeface="Calibri"/>
                <a:cs typeface="Calibri"/>
              </a:rPr>
              <a:t>and </a:t>
            </a:r>
            <a:r>
              <a:rPr sz="1500" dirty="0">
                <a:latin typeface="Calibri"/>
                <a:cs typeface="Calibri"/>
              </a:rPr>
              <a:t>support</a:t>
            </a:r>
            <a:r>
              <a:rPr sz="1500" spc="-49" dirty="0">
                <a:latin typeface="Calibri"/>
                <a:cs typeface="Calibri"/>
              </a:rPr>
              <a:t> </a:t>
            </a:r>
            <a:r>
              <a:rPr sz="1500" dirty="0">
                <a:latin typeface="Calibri"/>
                <a:cs typeface="Calibri"/>
              </a:rPr>
              <a:t>will</a:t>
            </a:r>
            <a:r>
              <a:rPr sz="1500" spc="-49" dirty="0">
                <a:latin typeface="Calibri"/>
                <a:cs typeface="Calibri"/>
              </a:rPr>
              <a:t> </a:t>
            </a:r>
            <a:r>
              <a:rPr sz="1500" dirty="0">
                <a:latin typeface="Calibri"/>
                <a:cs typeface="Calibri"/>
              </a:rPr>
              <a:t>be</a:t>
            </a:r>
            <a:r>
              <a:rPr sz="1500" spc="-45" dirty="0">
                <a:latin typeface="Calibri"/>
                <a:cs typeface="Calibri"/>
              </a:rPr>
              <a:t> </a:t>
            </a:r>
            <a:r>
              <a:rPr sz="1500" dirty="0">
                <a:latin typeface="Calibri"/>
                <a:cs typeface="Calibri"/>
              </a:rPr>
              <a:t>those</a:t>
            </a:r>
            <a:r>
              <a:rPr sz="1500" spc="-45" dirty="0">
                <a:latin typeface="Calibri"/>
                <a:cs typeface="Calibri"/>
              </a:rPr>
              <a:t> </a:t>
            </a:r>
            <a:r>
              <a:rPr sz="1500" dirty="0">
                <a:latin typeface="Calibri"/>
                <a:cs typeface="Calibri"/>
              </a:rPr>
              <a:t>who</a:t>
            </a:r>
            <a:r>
              <a:rPr sz="1500" spc="-49" dirty="0">
                <a:latin typeface="Calibri"/>
                <a:cs typeface="Calibri"/>
              </a:rPr>
              <a:t> </a:t>
            </a:r>
            <a:r>
              <a:rPr sz="1500" dirty="0">
                <a:latin typeface="Calibri"/>
                <a:cs typeface="Calibri"/>
              </a:rPr>
              <a:t>provide</a:t>
            </a:r>
            <a:r>
              <a:rPr sz="1500" spc="-45" dirty="0">
                <a:latin typeface="Calibri"/>
                <a:cs typeface="Calibri"/>
              </a:rPr>
              <a:t> </a:t>
            </a:r>
            <a:r>
              <a:rPr sz="1500" dirty="0">
                <a:latin typeface="Calibri"/>
                <a:cs typeface="Calibri"/>
              </a:rPr>
              <a:t>engaged</a:t>
            </a:r>
            <a:r>
              <a:rPr sz="1500" spc="-49" dirty="0">
                <a:latin typeface="Calibri"/>
                <a:cs typeface="Calibri"/>
              </a:rPr>
              <a:t> </a:t>
            </a:r>
            <a:r>
              <a:rPr sz="1500" spc="-8" dirty="0">
                <a:latin typeface="Calibri"/>
                <a:cs typeface="Calibri"/>
              </a:rPr>
              <a:t>Master</a:t>
            </a:r>
            <a:r>
              <a:rPr sz="1500" spc="-45" dirty="0">
                <a:latin typeface="Calibri"/>
                <a:cs typeface="Calibri"/>
              </a:rPr>
              <a:t> </a:t>
            </a:r>
            <a:r>
              <a:rPr sz="1500" dirty="0">
                <a:latin typeface="Calibri"/>
                <a:cs typeface="Calibri"/>
              </a:rPr>
              <a:t>Masons</a:t>
            </a:r>
            <a:r>
              <a:rPr sz="1500" spc="-49" dirty="0">
                <a:latin typeface="Calibri"/>
                <a:cs typeface="Calibri"/>
              </a:rPr>
              <a:t> </a:t>
            </a:r>
            <a:r>
              <a:rPr sz="1500" spc="-8" dirty="0">
                <a:latin typeface="Calibri"/>
                <a:cs typeface="Calibri"/>
              </a:rPr>
              <a:t>keen</a:t>
            </a:r>
            <a:r>
              <a:rPr sz="1500" spc="-49" dirty="0">
                <a:latin typeface="Calibri"/>
                <a:cs typeface="Calibri"/>
              </a:rPr>
              <a:t> </a:t>
            </a:r>
            <a:r>
              <a:rPr sz="1500" spc="-19" dirty="0">
                <a:latin typeface="Calibri"/>
                <a:cs typeface="Calibri"/>
              </a:rPr>
              <a:t>to </a:t>
            </a:r>
            <a:r>
              <a:rPr sz="1500" dirty="0">
                <a:latin typeface="Calibri"/>
                <a:cs typeface="Calibri"/>
              </a:rPr>
              <a:t>continue</a:t>
            </a:r>
            <a:r>
              <a:rPr sz="1500" spc="-53" dirty="0">
                <a:latin typeface="Calibri"/>
                <a:cs typeface="Calibri"/>
              </a:rPr>
              <a:t> </a:t>
            </a:r>
            <a:r>
              <a:rPr sz="1500" dirty="0">
                <a:latin typeface="Calibri"/>
                <a:cs typeface="Calibri"/>
              </a:rPr>
              <a:t>their</a:t>
            </a:r>
            <a:r>
              <a:rPr sz="1500" spc="-49" dirty="0">
                <a:latin typeface="Calibri"/>
                <a:cs typeface="Calibri"/>
              </a:rPr>
              <a:t> </a:t>
            </a:r>
            <a:r>
              <a:rPr sz="1500" spc="-8" dirty="0">
                <a:latin typeface="Calibri"/>
                <a:cs typeface="Calibri"/>
              </a:rPr>
              <a:t>journey.</a:t>
            </a:r>
            <a:endParaRPr sz="1500">
              <a:latin typeface="Calibri"/>
              <a:cs typeface="Calibri"/>
            </a:endParaRPr>
          </a:p>
        </p:txBody>
      </p:sp>
      <p:sp>
        <p:nvSpPr>
          <p:cNvPr id="3" name="object 3"/>
          <p:cNvSpPr txBox="1"/>
          <p:nvPr/>
        </p:nvSpPr>
        <p:spPr>
          <a:xfrm>
            <a:off x="333375" y="3389325"/>
            <a:ext cx="5562124" cy="1740861"/>
          </a:xfrm>
          <a:prstGeom prst="rect">
            <a:avLst/>
          </a:prstGeom>
        </p:spPr>
        <p:txBody>
          <a:bodyPr vert="horz" wrap="square" lIns="0" tIns="9525" rIns="0" bIns="0" rtlCol="0">
            <a:spAutoFit/>
          </a:bodyPr>
          <a:lstStyle/>
          <a:p>
            <a:pPr marL="9525" marR="3810">
              <a:lnSpc>
                <a:spcPct val="125000"/>
              </a:lnSpc>
              <a:spcBef>
                <a:spcPts val="75"/>
              </a:spcBef>
            </a:pPr>
            <a:r>
              <a:rPr sz="1500" spc="-15" dirty="0">
                <a:latin typeface="Calibri"/>
                <a:cs typeface="Calibri"/>
              </a:rPr>
              <a:t>Traditionally</a:t>
            </a:r>
            <a:r>
              <a:rPr sz="1500" spc="-41" dirty="0">
                <a:latin typeface="Calibri"/>
                <a:cs typeface="Calibri"/>
              </a:rPr>
              <a:t> </a:t>
            </a:r>
            <a:r>
              <a:rPr sz="1500" dirty="0">
                <a:latin typeface="Calibri"/>
                <a:cs typeface="Calibri"/>
              </a:rPr>
              <a:t>many</a:t>
            </a:r>
            <a:r>
              <a:rPr sz="1500" spc="-34" dirty="0">
                <a:latin typeface="Calibri"/>
                <a:cs typeface="Calibri"/>
              </a:rPr>
              <a:t> </a:t>
            </a:r>
            <a:r>
              <a:rPr sz="1500" dirty="0">
                <a:latin typeface="Calibri"/>
                <a:cs typeface="Calibri"/>
              </a:rPr>
              <a:t>Companions</a:t>
            </a:r>
            <a:r>
              <a:rPr sz="1500" spc="-38" dirty="0">
                <a:latin typeface="Calibri"/>
                <a:cs typeface="Calibri"/>
              </a:rPr>
              <a:t> </a:t>
            </a:r>
            <a:r>
              <a:rPr sz="1500" dirty="0">
                <a:latin typeface="Calibri"/>
                <a:cs typeface="Calibri"/>
              </a:rPr>
              <a:t>join</a:t>
            </a:r>
            <a:r>
              <a:rPr sz="1500" spc="-38" dirty="0">
                <a:latin typeface="Calibri"/>
                <a:cs typeface="Calibri"/>
              </a:rPr>
              <a:t> </a:t>
            </a:r>
            <a:r>
              <a:rPr sz="1500" dirty="0">
                <a:latin typeface="Calibri"/>
                <a:cs typeface="Calibri"/>
              </a:rPr>
              <a:t>their</a:t>
            </a:r>
            <a:r>
              <a:rPr sz="1500" spc="-34" dirty="0">
                <a:latin typeface="Calibri"/>
                <a:cs typeface="Calibri"/>
              </a:rPr>
              <a:t> </a:t>
            </a:r>
            <a:r>
              <a:rPr sz="1500" spc="-8" dirty="0">
                <a:latin typeface="Calibri"/>
                <a:cs typeface="Calibri"/>
              </a:rPr>
              <a:t>Royal</a:t>
            </a:r>
            <a:r>
              <a:rPr sz="1500" spc="-34" dirty="0">
                <a:latin typeface="Calibri"/>
                <a:cs typeface="Calibri"/>
              </a:rPr>
              <a:t> </a:t>
            </a:r>
            <a:r>
              <a:rPr sz="1500" dirty="0">
                <a:latin typeface="Calibri"/>
                <a:cs typeface="Calibri"/>
              </a:rPr>
              <a:t>Arch</a:t>
            </a:r>
            <a:r>
              <a:rPr sz="1500" spc="-38" dirty="0">
                <a:latin typeface="Calibri"/>
                <a:cs typeface="Calibri"/>
              </a:rPr>
              <a:t> </a:t>
            </a:r>
            <a:r>
              <a:rPr sz="1500" dirty="0">
                <a:latin typeface="Calibri"/>
                <a:cs typeface="Calibri"/>
              </a:rPr>
              <a:t>Chapter</a:t>
            </a:r>
            <a:r>
              <a:rPr sz="1500" spc="-34" dirty="0">
                <a:latin typeface="Calibri"/>
                <a:cs typeface="Calibri"/>
              </a:rPr>
              <a:t> </a:t>
            </a:r>
            <a:r>
              <a:rPr sz="1500" dirty="0">
                <a:latin typeface="Calibri"/>
                <a:cs typeface="Calibri"/>
              </a:rPr>
              <a:t>owing</a:t>
            </a:r>
            <a:r>
              <a:rPr sz="1500" spc="-34" dirty="0">
                <a:latin typeface="Calibri"/>
                <a:cs typeface="Calibri"/>
              </a:rPr>
              <a:t> </a:t>
            </a:r>
            <a:r>
              <a:rPr sz="1500" dirty="0">
                <a:latin typeface="Calibri"/>
                <a:cs typeface="Calibri"/>
              </a:rPr>
              <a:t>to</a:t>
            </a:r>
            <a:r>
              <a:rPr sz="1500" spc="-34" dirty="0">
                <a:latin typeface="Calibri"/>
                <a:cs typeface="Calibri"/>
              </a:rPr>
              <a:t> </a:t>
            </a:r>
            <a:r>
              <a:rPr sz="1500" spc="-38" dirty="0">
                <a:latin typeface="Calibri"/>
                <a:cs typeface="Calibri"/>
              </a:rPr>
              <a:t>a </a:t>
            </a:r>
            <a:r>
              <a:rPr sz="1500" dirty="0">
                <a:latin typeface="Calibri"/>
                <a:cs typeface="Calibri"/>
              </a:rPr>
              <a:t>link</a:t>
            </a:r>
            <a:r>
              <a:rPr sz="1500" spc="-38" dirty="0">
                <a:latin typeface="Calibri"/>
                <a:cs typeface="Calibri"/>
              </a:rPr>
              <a:t> </a:t>
            </a:r>
            <a:r>
              <a:rPr sz="1500" dirty="0">
                <a:latin typeface="Calibri"/>
                <a:cs typeface="Calibri"/>
              </a:rPr>
              <a:t>it</a:t>
            </a:r>
            <a:r>
              <a:rPr sz="1500" spc="-34" dirty="0">
                <a:latin typeface="Calibri"/>
                <a:cs typeface="Calibri"/>
              </a:rPr>
              <a:t> </a:t>
            </a:r>
            <a:r>
              <a:rPr sz="1500" dirty="0">
                <a:latin typeface="Calibri"/>
                <a:cs typeface="Calibri"/>
              </a:rPr>
              <a:t>may</a:t>
            </a:r>
            <a:r>
              <a:rPr sz="1500" spc="-30" dirty="0">
                <a:latin typeface="Calibri"/>
                <a:cs typeface="Calibri"/>
              </a:rPr>
              <a:t> </a:t>
            </a:r>
            <a:r>
              <a:rPr sz="1500" dirty="0">
                <a:latin typeface="Calibri"/>
                <a:cs typeface="Calibri"/>
              </a:rPr>
              <a:t>have</a:t>
            </a:r>
            <a:r>
              <a:rPr sz="1500" spc="-30" dirty="0">
                <a:latin typeface="Calibri"/>
                <a:cs typeface="Calibri"/>
              </a:rPr>
              <a:t> </a:t>
            </a:r>
            <a:r>
              <a:rPr sz="1500" dirty="0">
                <a:latin typeface="Calibri"/>
                <a:cs typeface="Calibri"/>
              </a:rPr>
              <a:t>with</a:t>
            </a:r>
            <a:r>
              <a:rPr sz="1500" spc="-34"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Lodge</a:t>
            </a:r>
            <a:r>
              <a:rPr sz="1500" spc="-30" dirty="0">
                <a:latin typeface="Calibri"/>
                <a:cs typeface="Calibri"/>
              </a:rPr>
              <a:t> </a:t>
            </a:r>
            <a:r>
              <a:rPr sz="1500" dirty="0">
                <a:latin typeface="Calibri"/>
                <a:cs typeface="Calibri"/>
              </a:rPr>
              <a:t>of</a:t>
            </a:r>
            <a:r>
              <a:rPr sz="1500" spc="-34" dirty="0">
                <a:latin typeface="Calibri"/>
                <a:cs typeface="Calibri"/>
              </a:rPr>
              <a:t> </a:t>
            </a:r>
            <a:r>
              <a:rPr sz="1500" dirty="0">
                <a:latin typeface="Calibri"/>
                <a:cs typeface="Calibri"/>
              </a:rPr>
              <a:t>which</a:t>
            </a:r>
            <a:r>
              <a:rPr sz="1500" spc="-30" dirty="0">
                <a:latin typeface="Calibri"/>
                <a:cs typeface="Calibri"/>
              </a:rPr>
              <a:t> </a:t>
            </a:r>
            <a:r>
              <a:rPr sz="1500" dirty="0">
                <a:latin typeface="Calibri"/>
                <a:cs typeface="Calibri"/>
              </a:rPr>
              <a:t>they</a:t>
            </a:r>
            <a:r>
              <a:rPr sz="1500" spc="-30" dirty="0">
                <a:latin typeface="Calibri"/>
                <a:cs typeface="Calibri"/>
              </a:rPr>
              <a:t> </a:t>
            </a:r>
            <a:r>
              <a:rPr sz="1500" dirty="0">
                <a:latin typeface="Calibri"/>
                <a:cs typeface="Calibri"/>
              </a:rPr>
              <a:t>are</a:t>
            </a:r>
            <a:r>
              <a:rPr sz="1500" spc="-30" dirty="0">
                <a:latin typeface="Calibri"/>
                <a:cs typeface="Calibri"/>
              </a:rPr>
              <a:t> </a:t>
            </a:r>
            <a:r>
              <a:rPr sz="1500" dirty="0">
                <a:latin typeface="Calibri"/>
                <a:cs typeface="Calibri"/>
              </a:rPr>
              <a:t>a</a:t>
            </a:r>
            <a:r>
              <a:rPr sz="1500" spc="-34" dirty="0">
                <a:latin typeface="Calibri"/>
                <a:cs typeface="Calibri"/>
              </a:rPr>
              <a:t> </a:t>
            </a:r>
            <a:r>
              <a:rPr sz="1500" spc="-23" dirty="0">
                <a:latin typeface="Calibri"/>
                <a:cs typeface="Calibri"/>
              </a:rPr>
              <a:t>member.</a:t>
            </a:r>
            <a:r>
              <a:rPr sz="1500" spc="-34" dirty="0">
                <a:latin typeface="Calibri"/>
                <a:cs typeface="Calibri"/>
              </a:rPr>
              <a:t> </a:t>
            </a:r>
            <a:r>
              <a:rPr sz="1500" dirty="0">
                <a:latin typeface="Calibri"/>
                <a:cs typeface="Calibri"/>
              </a:rPr>
              <a:t>It</a:t>
            </a:r>
            <a:r>
              <a:rPr sz="1500" spc="-34" dirty="0">
                <a:latin typeface="Calibri"/>
                <a:cs typeface="Calibri"/>
              </a:rPr>
              <a:t> </a:t>
            </a:r>
            <a:r>
              <a:rPr sz="1500" dirty="0">
                <a:latin typeface="Calibri"/>
                <a:cs typeface="Calibri"/>
              </a:rPr>
              <a:t>was</a:t>
            </a:r>
            <a:r>
              <a:rPr sz="1500" spc="-30" dirty="0">
                <a:latin typeface="Calibri"/>
                <a:cs typeface="Calibri"/>
              </a:rPr>
              <a:t> </a:t>
            </a:r>
            <a:r>
              <a:rPr sz="1500" spc="-19" dirty="0">
                <a:latin typeface="Calibri"/>
                <a:cs typeface="Calibri"/>
              </a:rPr>
              <a:t>not </a:t>
            </a:r>
            <a:r>
              <a:rPr sz="1500" dirty="0">
                <a:latin typeface="Calibri"/>
                <a:cs typeface="Calibri"/>
              </a:rPr>
              <a:t>so</a:t>
            </a:r>
            <a:r>
              <a:rPr sz="1500" spc="-41" dirty="0">
                <a:latin typeface="Calibri"/>
                <a:cs typeface="Calibri"/>
              </a:rPr>
              <a:t> </a:t>
            </a:r>
            <a:r>
              <a:rPr sz="1500" dirty="0">
                <a:latin typeface="Calibri"/>
                <a:cs typeface="Calibri"/>
              </a:rPr>
              <a:t>much</a:t>
            </a:r>
            <a:r>
              <a:rPr sz="1500" spc="-41" dirty="0">
                <a:latin typeface="Calibri"/>
                <a:cs typeface="Calibri"/>
              </a:rPr>
              <a:t> </a:t>
            </a:r>
            <a:r>
              <a:rPr sz="1500" dirty="0">
                <a:latin typeface="Calibri"/>
                <a:cs typeface="Calibri"/>
              </a:rPr>
              <a:t>an</a:t>
            </a:r>
            <a:r>
              <a:rPr sz="1500" spc="-41" dirty="0">
                <a:latin typeface="Calibri"/>
                <a:cs typeface="Calibri"/>
              </a:rPr>
              <a:t> </a:t>
            </a:r>
            <a:r>
              <a:rPr sz="1500" spc="-8" dirty="0">
                <a:latin typeface="Calibri"/>
                <a:cs typeface="Calibri"/>
              </a:rPr>
              <a:t>evaluated</a:t>
            </a:r>
            <a:r>
              <a:rPr sz="1500" spc="-41" dirty="0">
                <a:latin typeface="Calibri"/>
                <a:cs typeface="Calibri"/>
              </a:rPr>
              <a:t> </a:t>
            </a:r>
            <a:r>
              <a:rPr sz="1500" dirty="0">
                <a:latin typeface="Calibri"/>
                <a:cs typeface="Calibri"/>
              </a:rPr>
              <a:t>choice</a:t>
            </a:r>
            <a:r>
              <a:rPr sz="1500" spc="-38" dirty="0">
                <a:latin typeface="Calibri"/>
                <a:cs typeface="Calibri"/>
              </a:rPr>
              <a:t> </a:t>
            </a:r>
            <a:r>
              <a:rPr sz="1500" dirty="0">
                <a:latin typeface="Calibri"/>
                <a:cs typeface="Calibri"/>
              </a:rPr>
              <a:t>for</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Brother</a:t>
            </a:r>
            <a:r>
              <a:rPr sz="1500" spc="-38" dirty="0">
                <a:latin typeface="Calibri"/>
                <a:cs typeface="Calibri"/>
              </a:rPr>
              <a:t> </a:t>
            </a:r>
            <a:r>
              <a:rPr sz="1500" dirty="0">
                <a:latin typeface="Calibri"/>
                <a:cs typeface="Calibri"/>
              </a:rPr>
              <a:t>as</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which</a:t>
            </a:r>
            <a:r>
              <a:rPr sz="1500" spc="-41" dirty="0">
                <a:latin typeface="Calibri"/>
                <a:cs typeface="Calibri"/>
              </a:rPr>
              <a:t> </a:t>
            </a:r>
            <a:r>
              <a:rPr sz="1500" dirty="0">
                <a:latin typeface="Calibri"/>
                <a:cs typeface="Calibri"/>
              </a:rPr>
              <a:t>Chapter</a:t>
            </a:r>
            <a:r>
              <a:rPr sz="1500" spc="-38" dirty="0">
                <a:latin typeface="Calibri"/>
                <a:cs typeface="Calibri"/>
              </a:rPr>
              <a:t> </a:t>
            </a:r>
            <a:r>
              <a:rPr sz="1500" spc="-15" dirty="0">
                <a:latin typeface="Calibri"/>
                <a:cs typeface="Calibri"/>
              </a:rPr>
              <a:t>they </a:t>
            </a:r>
            <a:r>
              <a:rPr sz="1500" dirty="0">
                <a:latin typeface="Calibri"/>
                <a:cs typeface="Calibri"/>
              </a:rPr>
              <a:t>join,</a:t>
            </a:r>
            <a:r>
              <a:rPr sz="1500" spc="-26" dirty="0">
                <a:latin typeface="Calibri"/>
                <a:cs typeface="Calibri"/>
              </a:rPr>
              <a:t> </a:t>
            </a:r>
            <a:r>
              <a:rPr sz="1500" dirty="0">
                <a:latin typeface="Calibri"/>
                <a:cs typeface="Calibri"/>
              </a:rPr>
              <a:t>but</a:t>
            </a:r>
            <a:r>
              <a:rPr sz="1500" spc="-30" dirty="0">
                <a:latin typeface="Calibri"/>
                <a:cs typeface="Calibri"/>
              </a:rPr>
              <a:t> </a:t>
            </a:r>
            <a:r>
              <a:rPr sz="1500" dirty="0">
                <a:latin typeface="Calibri"/>
                <a:cs typeface="Calibri"/>
              </a:rPr>
              <a:t>a</a:t>
            </a:r>
            <a:r>
              <a:rPr sz="1500" spc="-30" dirty="0">
                <a:latin typeface="Calibri"/>
                <a:cs typeface="Calibri"/>
              </a:rPr>
              <a:t> </a:t>
            </a:r>
            <a:r>
              <a:rPr sz="1500" spc="-15" dirty="0">
                <a:latin typeface="Calibri"/>
                <a:cs typeface="Calibri"/>
              </a:rPr>
              <a:t>well-</a:t>
            </a:r>
            <a:r>
              <a:rPr sz="1500" spc="-8" dirty="0">
                <a:latin typeface="Calibri"/>
                <a:cs typeface="Calibri"/>
              </a:rPr>
              <a:t>established</a:t>
            </a:r>
            <a:r>
              <a:rPr sz="1500" spc="-30" dirty="0">
                <a:latin typeface="Calibri"/>
                <a:cs typeface="Calibri"/>
              </a:rPr>
              <a:t> </a:t>
            </a:r>
            <a:r>
              <a:rPr sz="1500" dirty="0">
                <a:latin typeface="Calibri"/>
                <a:cs typeface="Calibri"/>
              </a:rPr>
              <a:t>path</a:t>
            </a:r>
            <a:r>
              <a:rPr sz="1500" spc="-30" dirty="0">
                <a:latin typeface="Calibri"/>
                <a:cs typeface="Calibri"/>
              </a:rPr>
              <a:t> </a:t>
            </a:r>
            <a:r>
              <a:rPr sz="1500" dirty="0">
                <a:latin typeface="Calibri"/>
                <a:cs typeface="Calibri"/>
              </a:rPr>
              <a:t>trodden</a:t>
            </a:r>
            <a:r>
              <a:rPr sz="1500" spc="-30" dirty="0">
                <a:latin typeface="Calibri"/>
                <a:cs typeface="Calibri"/>
              </a:rPr>
              <a:t> </a:t>
            </a:r>
            <a:r>
              <a:rPr sz="1500" dirty="0">
                <a:latin typeface="Calibri"/>
                <a:cs typeface="Calibri"/>
              </a:rPr>
              <a:t>by</a:t>
            </a:r>
            <a:r>
              <a:rPr sz="1500" spc="-26" dirty="0">
                <a:latin typeface="Calibri"/>
                <a:cs typeface="Calibri"/>
              </a:rPr>
              <a:t> </a:t>
            </a:r>
            <a:r>
              <a:rPr sz="1500" dirty="0">
                <a:latin typeface="Calibri"/>
                <a:cs typeface="Calibri"/>
              </a:rPr>
              <a:t>other</a:t>
            </a:r>
            <a:r>
              <a:rPr sz="1500" spc="-26" dirty="0">
                <a:latin typeface="Calibri"/>
                <a:cs typeface="Calibri"/>
              </a:rPr>
              <a:t> </a:t>
            </a:r>
            <a:r>
              <a:rPr sz="1500" spc="-8" dirty="0">
                <a:latin typeface="Calibri"/>
                <a:cs typeface="Calibri"/>
              </a:rPr>
              <a:t>members.</a:t>
            </a:r>
            <a:r>
              <a:rPr sz="1500" spc="-30" dirty="0">
                <a:latin typeface="Calibri"/>
                <a:cs typeface="Calibri"/>
              </a:rPr>
              <a:t> </a:t>
            </a:r>
            <a:r>
              <a:rPr sz="1500" dirty="0">
                <a:latin typeface="Calibri"/>
                <a:cs typeface="Calibri"/>
              </a:rPr>
              <a:t>This</a:t>
            </a:r>
            <a:r>
              <a:rPr sz="1500" spc="-30" dirty="0">
                <a:latin typeface="Calibri"/>
                <a:cs typeface="Calibri"/>
              </a:rPr>
              <a:t> </a:t>
            </a:r>
            <a:r>
              <a:rPr sz="1500" spc="-15" dirty="0">
                <a:latin typeface="Calibri"/>
                <a:cs typeface="Calibri"/>
              </a:rPr>
              <a:t>type</a:t>
            </a:r>
            <a:r>
              <a:rPr sz="1500" spc="375"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journey</a:t>
            </a:r>
            <a:r>
              <a:rPr sz="1500" spc="-34" dirty="0">
                <a:latin typeface="Calibri"/>
                <a:cs typeface="Calibri"/>
              </a:rPr>
              <a:t> </a:t>
            </a:r>
            <a:r>
              <a:rPr sz="1500" dirty="0">
                <a:latin typeface="Calibri"/>
                <a:cs typeface="Calibri"/>
              </a:rPr>
              <a:t>is</a:t>
            </a:r>
            <a:r>
              <a:rPr sz="1500" spc="-38" dirty="0">
                <a:latin typeface="Calibri"/>
                <a:cs typeface="Calibri"/>
              </a:rPr>
              <a:t> </a:t>
            </a:r>
            <a:r>
              <a:rPr sz="1500" dirty="0">
                <a:latin typeface="Calibri"/>
                <a:cs typeface="Calibri"/>
              </a:rPr>
              <a:t>perhaps</a:t>
            </a:r>
            <a:r>
              <a:rPr sz="1500" spc="-34" dirty="0">
                <a:latin typeface="Calibri"/>
                <a:cs typeface="Calibri"/>
              </a:rPr>
              <a:t> </a:t>
            </a:r>
            <a:r>
              <a:rPr sz="1500" dirty="0">
                <a:latin typeface="Calibri"/>
                <a:cs typeface="Calibri"/>
              </a:rPr>
              <a:t>most</a:t>
            </a:r>
            <a:r>
              <a:rPr sz="1500" spc="-38" dirty="0">
                <a:latin typeface="Calibri"/>
                <a:cs typeface="Calibri"/>
              </a:rPr>
              <a:t> </a:t>
            </a:r>
            <a:r>
              <a:rPr sz="1500" dirty="0">
                <a:latin typeface="Calibri"/>
                <a:cs typeface="Calibri"/>
              </a:rPr>
              <a:t>common</a:t>
            </a:r>
            <a:r>
              <a:rPr sz="1500" spc="-38" dirty="0">
                <a:latin typeface="Calibri"/>
                <a:cs typeface="Calibri"/>
              </a:rPr>
              <a:t> </a:t>
            </a:r>
            <a:r>
              <a:rPr sz="1500" dirty="0">
                <a:latin typeface="Calibri"/>
                <a:cs typeface="Calibri"/>
              </a:rPr>
              <a:t>where</a:t>
            </a:r>
            <a:r>
              <a:rPr sz="1500" spc="-34"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Lodge</a:t>
            </a:r>
            <a:r>
              <a:rPr sz="1500" spc="-30" dirty="0">
                <a:latin typeface="Calibri"/>
                <a:cs typeface="Calibri"/>
              </a:rPr>
              <a:t> </a:t>
            </a:r>
            <a:r>
              <a:rPr sz="1500" dirty="0">
                <a:latin typeface="Calibri"/>
                <a:cs typeface="Calibri"/>
              </a:rPr>
              <a:t>and</a:t>
            </a:r>
            <a:r>
              <a:rPr sz="1500" spc="-38" dirty="0">
                <a:latin typeface="Calibri"/>
                <a:cs typeface="Calibri"/>
              </a:rPr>
              <a:t> </a:t>
            </a:r>
            <a:r>
              <a:rPr sz="1500" spc="-8" dirty="0">
                <a:latin typeface="Calibri"/>
                <a:cs typeface="Calibri"/>
              </a:rPr>
              <a:t>Chapter</a:t>
            </a:r>
            <a:r>
              <a:rPr sz="1500" spc="375" dirty="0">
                <a:latin typeface="Calibri"/>
                <a:cs typeface="Calibri"/>
              </a:rPr>
              <a:t> </a:t>
            </a:r>
            <a:r>
              <a:rPr sz="1500" dirty="0">
                <a:latin typeface="Calibri"/>
                <a:cs typeface="Calibri"/>
              </a:rPr>
              <a:t>share</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same</a:t>
            </a:r>
            <a:r>
              <a:rPr sz="1500" spc="-38" dirty="0">
                <a:latin typeface="Calibri"/>
                <a:cs typeface="Calibri"/>
              </a:rPr>
              <a:t> </a:t>
            </a:r>
            <a:r>
              <a:rPr sz="1500" spc="-8" dirty="0">
                <a:latin typeface="Calibri"/>
                <a:cs typeface="Calibri"/>
              </a:rPr>
              <a:t>name.</a:t>
            </a:r>
            <a:endParaRPr sz="1500">
              <a:latin typeface="Calibri"/>
              <a:cs typeface="Calibri"/>
            </a:endParaRPr>
          </a:p>
        </p:txBody>
      </p:sp>
      <p:sp>
        <p:nvSpPr>
          <p:cNvPr id="4" name="object 4"/>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5" name="object 5"/>
          <p:cNvGrpSpPr/>
          <p:nvPr/>
        </p:nvGrpSpPr>
        <p:grpSpPr>
          <a:xfrm>
            <a:off x="342901" y="315497"/>
            <a:ext cx="1701641" cy="1231106"/>
            <a:chOff x="457200" y="420662"/>
            <a:chExt cx="2268855" cy="1641475"/>
          </a:xfrm>
        </p:grpSpPr>
        <p:sp>
          <p:nvSpPr>
            <p:cNvPr id="6" name="object 6"/>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7" name="object 7"/>
            <p:cNvPicPr/>
            <p:nvPr/>
          </p:nvPicPr>
          <p:blipFill>
            <a:blip r:embed="rId3" cstate="print"/>
            <a:stretch>
              <a:fillRect/>
            </a:stretch>
          </p:blipFill>
          <p:spPr>
            <a:xfrm>
              <a:off x="2475056" y="1579874"/>
              <a:ext cx="250494" cy="238239"/>
            </a:xfrm>
            <a:prstGeom prst="rect">
              <a:avLst/>
            </a:prstGeom>
          </p:spPr>
        </p:pic>
        <p:pic>
          <p:nvPicPr>
            <p:cNvPr id="8" name="object 8"/>
            <p:cNvPicPr/>
            <p:nvPr/>
          </p:nvPicPr>
          <p:blipFill>
            <a:blip r:embed="rId4" cstate="print"/>
            <a:stretch>
              <a:fillRect/>
            </a:stretch>
          </p:blipFill>
          <p:spPr>
            <a:xfrm>
              <a:off x="457200" y="420662"/>
              <a:ext cx="1856752" cy="1641246"/>
            </a:xfrm>
            <a:prstGeom prst="rect">
              <a:avLst/>
            </a:prstGeom>
          </p:spPr>
        </p:pic>
      </p:grpSp>
      <p:sp>
        <p:nvSpPr>
          <p:cNvPr id="9" name="object 9"/>
          <p:cNvSpPr txBox="1"/>
          <p:nvPr/>
        </p:nvSpPr>
        <p:spPr>
          <a:xfrm>
            <a:off x="2082202" y="763506"/>
            <a:ext cx="4289584" cy="657231"/>
          </a:xfrm>
          <a:prstGeom prst="rect">
            <a:avLst/>
          </a:prstGeom>
        </p:spPr>
        <p:txBody>
          <a:bodyPr vert="horz" wrap="square" lIns="0" tIns="9525" rIns="0" bIns="0" rtlCol="0">
            <a:spAutoFit/>
          </a:bodyPr>
          <a:lstStyle/>
          <a:p>
            <a:pPr marL="9525">
              <a:spcBef>
                <a:spcPts val="75"/>
              </a:spcBef>
            </a:pPr>
            <a:r>
              <a:rPr sz="2250" b="1" spc="-8" dirty="0">
                <a:latin typeface="Calibri"/>
                <a:cs typeface="Calibri"/>
              </a:rPr>
              <a:t>Attracting</a:t>
            </a:r>
            <a:r>
              <a:rPr sz="2250" b="1" spc="-83" dirty="0">
                <a:latin typeface="Calibri"/>
                <a:cs typeface="Calibri"/>
              </a:rPr>
              <a:t> </a:t>
            </a:r>
            <a:r>
              <a:rPr sz="2250" b="1" dirty="0">
                <a:latin typeface="Calibri"/>
                <a:cs typeface="Calibri"/>
              </a:rPr>
              <a:t>Future</a:t>
            </a:r>
            <a:r>
              <a:rPr sz="2250" b="1" spc="-79" dirty="0">
                <a:latin typeface="Calibri"/>
                <a:cs typeface="Calibri"/>
              </a:rPr>
              <a:t> </a:t>
            </a:r>
            <a:r>
              <a:rPr sz="2250" b="1" spc="-8" dirty="0">
                <a:latin typeface="Calibri"/>
                <a:cs typeface="Calibri"/>
              </a:rPr>
              <a:t>Companions</a:t>
            </a:r>
            <a:endParaRPr sz="2250">
              <a:latin typeface="Calibri"/>
              <a:cs typeface="Calibri"/>
            </a:endParaRPr>
          </a:p>
          <a:p>
            <a:pPr marL="14288">
              <a:spcBef>
                <a:spcPts val="75"/>
              </a:spcBef>
            </a:pPr>
            <a:r>
              <a:rPr sz="1875" dirty="0">
                <a:latin typeface="Calibri"/>
                <a:cs typeface="Calibri"/>
              </a:rPr>
              <a:t>Where</a:t>
            </a:r>
            <a:r>
              <a:rPr sz="1875" spc="-56" dirty="0">
                <a:latin typeface="Calibri"/>
                <a:cs typeface="Calibri"/>
              </a:rPr>
              <a:t> </a:t>
            </a:r>
            <a:r>
              <a:rPr sz="1875" dirty="0">
                <a:latin typeface="Calibri"/>
                <a:cs typeface="Calibri"/>
              </a:rPr>
              <a:t>Prospective</a:t>
            </a:r>
            <a:r>
              <a:rPr sz="1875" spc="-56" dirty="0">
                <a:latin typeface="Calibri"/>
                <a:cs typeface="Calibri"/>
              </a:rPr>
              <a:t> </a:t>
            </a:r>
            <a:r>
              <a:rPr sz="1875" dirty="0">
                <a:latin typeface="Calibri"/>
                <a:cs typeface="Calibri"/>
              </a:rPr>
              <a:t>Companions</a:t>
            </a:r>
            <a:r>
              <a:rPr sz="1875" spc="-56" dirty="0">
                <a:latin typeface="Calibri"/>
                <a:cs typeface="Calibri"/>
              </a:rPr>
              <a:t> </a:t>
            </a:r>
            <a:r>
              <a:rPr sz="1875" dirty="0">
                <a:latin typeface="Calibri"/>
                <a:cs typeface="Calibri"/>
              </a:rPr>
              <a:t>Come</a:t>
            </a:r>
            <a:r>
              <a:rPr sz="1875" spc="-56" dirty="0">
                <a:latin typeface="Calibri"/>
                <a:cs typeface="Calibri"/>
              </a:rPr>
              <a:t> </a:t>
            </a:r>
            <a:r>
              <a:rPr sz="1875" spc="-15" dirty="0">
                <a:latin typeface="Calibri"/>
                <a:cs typeface="Calibri"/>
              </a:rPr>
              <a:t>From</a:t>
            </a:r>
            <a:endParaRPr sz="1875">
              <a:latin typeface="Calibri"/>
              <a:cs typeface="Calibri"/>
            </a:endParaRPr>
          </a:p>
        </p:txBody>
      </p:sp>
      <p:sp>
        <p:nvSpPr>
          <p:cNvPr id="10" name="object 10"/>
          <p:cNvSpPr txBox="1"/>
          <p:nvPr/>
        </p:nvSpPr>
        <p:spPr>
          <a:xfrm>
            <a:off x="6324600" y="1770076"/>
            <a:ext cx="5306854" cy="1740861"/>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Feeder</a:t>
            </a:r>
            <a:r>
              <a:rPr sz="1500" spc="-34" dirty="0">
                <a:latin typeface="Calibri"/>
                <a:cs typeface="Calibri"/>
              </a:rPr>
              <a:t> </a:t>
            </a:r>
            <a:r>
              <a:rPr sz="1500" dirty="0">
                <a:latin typeface="Calibri"/>
                <a:cs typeface="Calibri"/>
              </a:rPr>
              <a:t>Lodges</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fit</a:t>
            </a:r>
            <a:r>
              <a:rPr sz="1500" spc="-38" dirty="0">
                <a:latin typeface="Calibri"/>
                <a:cs typeface="Calibri"/>
              </a:rPr>
              <a:t> </a:t>
            </a:r>
            <a:r>
              <a:rPr sz="1500" dirty="0">
                <a:latin typeface="Calibri"/>
                <a:cs typeface="Calibri"/>
              </a:rPr>
              <a:t>the</a:t>
            </a:r>
            <a:r>
              <a:rPr sz="1500" spc="-30" dirty="0">
                <a:latin typeface="Calibri"/>
                <a:cs typeface="Calibri"/>
              </a:rPr>
              <a:t> </a:t>
            </a:r>
            <a:r>
              <a:rPr sz="1500" spc="-8" dirty="0">
                <a:latin typeface="Calibri"/>
                <a:cs typeface="Calibri"/>
              </a:rPr>
              <a:t>description</a:t>
            </a:r>
            <a:r>
              <a:rPr sz="1500" spc="-38"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left,</a:t>
            </a:r>
            <a:r>
              <a:rPr sz="1500" spc="-34" dirty="0">
                <a:latin typeface="Calibri"/>
                <a:cs typeface="Calibri"/>
              </a:rPr>
              <a:t> </a:t>
            </a:r>
            <a:r>
              <a:rPr sz="1500" dirty="0">
                <a:latin typeface="Calibri"/>
                <a:cs typeface="Calibri"/>
              </a:rPr>
              <a:t>however</a:t>
            </a:r>
            <a:r>
              <a:rPr sz="1500" spc="-30" dirty="0">
                <a:latin typeface="Calibri"/>
                <a:cs typeface="Calibri"/>
              </a:rPr>
              <a:t> </a:t>
            </a:r>
            <a:r>
              <a:rPr sz="1500" dirty="0">
                <a:latin typeface="Calibri"/>
                <a:cs typeface="Calibri"/>
              </a:rPr>
              <a:t>in</a:t>
            </a:r>
            <a:r>
              <a:rPr sz="1500" spc="-38" dirty="0">
                <a:latin typeface="Calibri"/>
                <a:cs typeface="Calibri"/>
              </a:rPr>
              <a:t> </a:t>
            </a:r>
            <a:r>
              <a:rPr sz="1500" spc="-15" dirty="0">
                <a:latin typeface="Calibri"/>
                <a:cs typeface="Calibri"/>
              </a:rPr>
              <a:t>some </a:t>
            </a:r>
            <a:r>
              <a:rPr sz="1500" spc="-8" dirty="0">
                <a:latin typeface="Calibri"/>
                <a:cs typeface="Calibri"/>
              </a:rPr>
              <a:t>Provinces</a:t>
            </a:r>
            <a:r>
              <a:rPr sz="1500" spc="-49" dirty="0">
                <a:latin typeface="Calibri"/>
                <a:cs typeface="Calibri"/>
              </a:rPr>
              <a:t> </a:t>
            </a:r>
            <a:r>
              <a:rPr sz="1500" dirty="0">
                <a:latin typeface="Calibri"/>
                <a:cs typeface="Calibri"/>
              </a:rPr>
              <a:t>some</a:t>
            </a:r>
            <a:r>
              <a:rPr sz="1500" spc="-41"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5" dirty="0">
                <a:latin typeface="Calibri"/>
                <a:cs typeface="Calibri"/>
              </a:rPr>
              <a:t> </a:t>
            </a:r>
            <a:r>
              <a:rPr sz="1500" spc="-8" dirty="0">
                <a:latin typeface="Calibri"/>
                <a:cs typeface="Calibri"/>
              </a:rPr>
              <a:t>Chapters</a:t>
            </a:r>
            <a:r>
              <a:rPr sz="1500" spc="-45" dirty="0">
                <a:latin typeface="Calibri"/>
                <a:cs typeface="Calibri"/>
              </a:rPr>
              <a:t> </a:t>
            </a:r>
            <a:r>
              <a:rPr sz="1500" dirty="0">
                <a:latin typeface="Calibri"/>
                <a:cs typeface="Calibri"/>
              </a:rPr>
              <a:t>have</a:t>
            </a:r>
            <a:r>
              <a:rPr sz="1500" spc="-41" dirty="0">
                <a:latin typeface="Calibri"/>
                <a:cs typeface="Calibri"/>
              </a:rPr>
              <a:t> </a:t>
            </a:r>
            <a:r>
              <a:rPr sz="1500" dirty="0">
                <a:latin typeface="Calibri"/>
                <a:cs typeface="Calibri"/>
              </a:rPr>
              <a:t>sought</a:t>
            </a:r>
            <a:r>
              <a:rPr sz="1500" spc="-45" dirty="0">
                <a:latin typeface="Calibri"/>
                <a:cs typeface="Calibri"/>
              </a:rPr>
              <a:t> </a:t>
            </a:r>
            <a:r>
              <a:rPr sz="1500" dirty="0">
                <a:latin typeface="Calibri"/>
                <a:cs typeface="Calibri"/>
              </a:rPr>
              <a:t>to</a:t>
            </a:r>
            <a:r>
              <a:rPr sz="1500" spc="-45" dirty="0">
                <a:latin typeface="Calibri"/>
                <a:cs typeface="Calibri"/>
              </a:rPr>
              <a:t> </a:t>
            </a:r>
            <a:r>
              <a:rPr sz="1500" spc="-8" dirty="0">
                <a:latin typeface="Calibri"/>
                <a:cs typeface="Calibri"/>
              </a:rPr>
              <a:t>take</a:t>
            </a:r>
            <a:r>
              <a:rPr sz="1500" spc="-41" dirty="0">
                <a:latin typeface="Calibri"/>
                <a:cs typeface="Calibri"/>
              </a:rPr>
              <a:t> </a:t>
            </a:r>
            <a:r>
              <a:rPr sz="1500" dirty="0">
                <a:latin typeface="Calibri"/>
                <a:cs typeface="Calibri"/>
              </a:rPr>
              <a:t>the</a:t>
            </a:r>
            <a:r>
              <a:rPr sz="1500" spc="-41" dirty="0">
                <a:latin typeface="Calibri"/>
                <a:cs typeface="Calibri"/>
              </a:rPr>
              <a:t> </a:t>
            </a:r>
            <a:r>
              <a:rPr sz="1500" spc="-15" dirty="0">
                <a:latin typeface="Calibri"/>
                <a:cs typeface="Calibri"/>
              </a:rPr>
              <a:t>good </a:t>
            </a:r>
            <a:r>
              <a:rPr sz="1500" dirty="0">
                <a:latin typeface="Calibri"/>
                <a:cs typeface="Calibri"/>
              </a:rPr>
              <a:t>practice</a:t>
            </a:r>
            <a:r>
              <a:rPr sz="1500" spc="-49" dirty="0">
                <a:latin typeface="Calibri"/>
                <a:cs typeface="Calibri"/>
              </a:rPr>
              <a:t> </a:t>
            </a:r>
            <a:r>
              <a:rPr sz="1500" dirty="0">
                <a:latin typeface="Calibri"/>
                <a:cs typeface="Calibri"/>
              </a:rPr>
              <a:t>from</a:t>
            </a:r>
            <a:r>
              <a:rPr sz="1500" spc="-45" dirty="0">
                <a:latin typeface="Calibri"/>
                <a:cs typeface="Calibri"/>
              </a:rPr>
              <a:t> </a:t>
            </a:r>
            <a:r>
              <a:rPr sz="1500" spc="-8" dirty="0">
                <a:latin typeface="Calibri"/>
                <a:cs typeface="Calibri"/>
              </a:rPr>
              <a:t>Archway</a:t>
            </a:r>
            <a:r>
              <a:rPr sz="1500" spc="-45" dirty="0">
                <a:latin typeface="Calibri"/>
                <a:cs typeface="Calibri"/>
              </a:rPr>
              <a:t> </a:t>
            </a:r>
            <a:r>
              <a:rPr sz="1500" dirty="0">
                <a:latin typeface="Calibri"/>
                <a:cs typeface="Calibri"/>
              </a:rPr>
              <a:t>(or</a:t>
            </a:r>
            <a:r>
              <a:rPr sz="1500" spc="-45" dirty="0">
                <a:latin typeface="Calibri"/>
                <a:cs typeface="Calibri"/>
              </a:rPr>
              <a:t> </a:t>
            </a:r>
            <a:r>
              <a:rPr sz="1500" dirty="0">
                <a:latin typeface="Calibri"/>
                <a:cs typeface="Calibri"/>
              </a:rPr>
              <a:t>adapt</a:t>
            </a:r>
            <a:r>
              <a:rPr sz="1500" spc="-49" dirty="0">
                <a:latin typeface="Calibri"/>
                <a:cs typeface="Calibri"/>
              </a:rPr>
              <a:t> </a:t>
            </a:r>
            <a:r>
              <a:rPr sz="1500" dirty="0">
                <a:latin typeface="Calibri"/>
                <a:cs typeface="Calibri"/>
              </a:rPr>
              <a:t>the</a:t>
            </a:r>
            <a:r>
              <a:rPr sz="1500" spc="-49" dirty="0">
                <a:latin typeface="Calibri"/>
                <a:cs typeface="Calibri"/>
              </a:rPr>
              <a:t> </a:t>
            </a:r>
            <a:r>
              <a:rPr sz="1500" spc="-8" dirty="0">
                <a:latin typeface="Calibri"/>
                <a:cs typeface="Calibri"/>
              </a:rPr>
              <a:t>Members’</a:t>
            </a:r>
            <a:r>
              <a:rPr sz="1500" spc="-45" dirty="0">
                <a:latin typeface="Calibri"/>
                <a:cs typeface="Calibri"/>
              </a:rPr>
              <a:t> </a:t>
            </a:r>
            <a:r>
              <a:rPr sz="1500" spc="-15" dirty="0">
                <a:latin typeface="Calibri"/>
                <a:cs typeface="Calibri"/>
              </a:rPr>
              <a:t>Pathway</a:t>
            </a:r>
            <a:r>
              <a:rPr sz="1500" spc="-45" dirty="0">
                <a:latin typeface="Calibri"/>
                <a:cs typeface="Calibri"/>
              </a:rPr>
              <a:t> </a:t>
            </a:r>
            <a:r>
              <a:rPr sz="1500" dirty="0">
                <a:latin typeface="Calibri"/>
                <a:cs typeface="Calibri"/>
              </a:rPr>
              <a:t>ideas)</a:t>
            </a:r>
            <a:r>
              <a:rPr sz="1500" spc="-49" dirty="0">
                <a:latin typeface="Calibri"/>
                <a:cs typeface="Calibri"/>
              </a:rPr>
              <a:t> </a:t>
            </a:r>
            <a:r>
              <a:rPr sz="1500" spc="-19" dirty="0">
                <a:latin typeface="Calibri"/>
                <a:cs typeface="Calibri"/>
              </a:rPr>
              <a:t>and </a:t>
            </a:r>
            <a:r>
              <a:rPr sz="1500" dirty="0">
                <a:latin typeface="Calibri"/>
                <a:cs typeface="Calibri"/>
              </a:rPr>
              <a:t>look</a:t>
            </a:r>
            <a:r>
              <a:rPr sz="1500" spc="-26" dirty="0">
                <a:latin typeface="Calibri"/>
                <a:cs typeface="Calibri"/>
              </a:rPr>
              <a:t> </a:t>
            </a:r>
            <a:r>
              <a:rPr sz="1500" dirty="0">
                <a:latin typeface="Calibri"/>
                <a:cs typeface="Calibri"/>
              </a:rPr>
              <a:t>to</a:t>
            </a:r>
            <a:r>
              <a:rPr sz="1500" spc="-26" dirty="0">
                <a:latin typeface="Calibri"/>
                <a:cs typeface="Calibri"/>
              </a:rPr>
              <a:t> </a:t>
            </a:r>
            <a:r>
              <a:rPr sz="1500" dirty="0">
                <a:latin typeface="Calibri"/>
                <a:cs typeface="Calibri"/>
              </a:rPr>
              <a:t>engage</a:t>
            </a:r>
            <a:r>
              <a:rPr sz="1500" spc="-26" dirty="0">
                <a:latin typeface="Calibri"/>
                <a:cs typeface="Calibri"/>
              </a:rPr>
              <a:t> </a:t>
            </a:r>
            <a:r>
              <a:rPr sz="1500" dirty="0">
                <a:latin typeface="Calibri"/>
                <a:cs typeface="Calibri"/>
              </a:rPr>
              <a:t>with</a:t>
            </a:r>
            <a:r>
              <a:rPr sz="1500" spc="-26" dirty="0">
                <a:latin typeface="Calibri"/>
                <a:cs typeface="Calibri"/>
              </a:rPr>
              <a:t> </a:t>
            </a:r>
            <a:r>
              <a:rPr sz="1500" dirty="0">
                <a:latin typeface="Calibri"/>
                <a:cs typeface="Calibri"/>
              </a:rPr>
              <a:t>all</a:t>
            </a:r>
            <a:r>
              <a:rPr sz="1500" spc="-30" dirty="0">
                <a:latin typeface="Calibri"/>
                <a:cs typeface="Calibri"/>
              </a:rPr>
              <a:t> </a:t>
            </a:r>
            <a:r>
              <a:rPr sz="1500" dirty="0">
                <a:latin typeface="Calibri"/>
                <a:cs typeface="Calibri"/>
              </a:rPr>
              <a:t>of</a:t>
            </a:r>
            <a:r>
              <a:rPr sz="1500" spc="-26" dirty="0">
                <a:latin typeface="Calibri"/>
                <a:cs typeface="Calibri"/>
              </a:rPr>
              <a:t> </a:t>
            </a:r>
            <a:r>
              <a:rPr sz="1500" dirty="0">
                <a:latin typeface="Calibri"/>
                <a:cs typeface="Calibri"/>
              </a:rPr>
              <a:t>the</a:t>
            </a:r>
            <a:r>
              <a:rPr sz="1500" spc="-23" dirty="0">
                <a:latin typeface="Calibri"/>
                <a:cs typeface="Calibri"/>
              </a:rPr>
              <a:t> </a:t>
            </a:r>
            <a:r>
              <a:rPr sz="1500" spc="-8" dirty="0">
                <a:latin typeface="Calibri"/>
                <a:cs typeface="Calibri"/>
              </a:rPr>
              <a:t>brethren</a:t>
            </a:r>
            <a:r>
              <a:rPr sz="1500" spc="-30" dirty="0">
                <a:latin typeface="Calibri"/>
                <a:cs typeface="Calibri"/>
              </a:rPr>
              <a:t> </a:t>
            </a:r>
            <a:r>
              <a:rPr sz="1500" dirty="0">
                <a:latin typeface="Calibri"/>
                <a:cs typeface="Calibri"/>
              </a:rPr>
              <a:t>of</a:t>
            </a:r>
            <a:r>
              <a:rPr sz="1500" spc="-26" dirty="0">
                <a:latin typeface="Calibri"/>
                <a:cs typeface="Calibri"/>
              </a:rPr>
              <a:t> </a:t>
            </a:r>
            <a:r>
              <a:rPr sz="1500" dirty="0">
                <a:latin typeface="Calibri"/>
                <a:cs typeface="Calibri"/>
              </a:rPr>
              <a:t>all</a:t>
            </a:r>
            <a:r>
              <a:rPr sz="1500" spc="-26"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the</a:t>
            </a:r>
            <a:r>
              <a:rPr sz="1500" spc="-23" dirty="0">
                <a:latin typeface="Calibri"/>
                <a:cs typeface="Calibri"/>
              </a:rPr>
              <a:t> </a:t>
            </a:r>
            <a:r>
              <a:rPr sz="1500" dirty="0">
                <a:latin typeface="Calibri"/>
                <a:cs typeface="Calibri"/>
              </a:rPr>
              <a:t>Lodges</a:t>
            </a:r>
            <a:r>
              <a:rPr sz="1500" spc="-30" dirty="0">
                <a:latin typeface="Calibri"/>
                <a:cs typeface="Calibri"/>
              </a:rPr>
              <a:t> </a:t>
            </a:r>
            <a:r>
              <a:rPr sz="1500" dirty="0">
                <a:latin typeface="Calibri"/>
                <a:cs typeface="Calibri"/>
              </a:rPr>
              <a:t>that</a:t>
            </a:r>
            <a:r>
              <a:rPr sz="1500" spc="-26" dirty="0">
                <a:latin typeface="Calibri"/>
                <a:cs typeface="Calibri"/>
              </a:rPr>
              <a:t> </a:t>
            </a:r>
            <a:r>
              <a:rPr sz="1500" spc="-15" dirty="0">
                <a:latin typeface="Calibri"/>
                <a:cs typeface="Calibri"/>
              </a:rPr>
              <a:t>meet </a:t>
            </a:r>
            <a:r>
              <a:rPr sz="1500" dirty="0">
                <a:latin typeface="Calibri"/>
                <a:cs typeface="Calibri"/>
              </a:rPr>
              <a:t>at</a:t>
            </a:r>
            <a:r>
              <a:rPr sz="1500" spc="-38" dirty="0">
                <a:latin typeface="Calibri"/>
                <a:cs typeface="Calibri"/>
              </a:rPr>
              <a:t> </a:t>
            </a:r>
            <a:r>
              <a:rPr sz="1500" dirty="0">
                <a:latin typeface="Calibri"/>
                <a:cs typeface="Calibri"/>
              </a:rPr>
              <a:t>their</a:t>
            </a:r>
            <a:r>
              <a:rPr sz="1500" spc="-34" dirty="0">
                <a:latin typeface="Calibri"/>
                <a:cs typeface="Calibri"/>
              </a:rPr>
              <a:t> </a:t>
            </a:r>
            <a:r>
              <a:rPr sz="1500" dirty="0">
                <a:latin typeface="Calibri"/>
                <a:cs typeface="Calibri"/>
              </a:rPr>
              <a:t>Centre</a:t>
            </a:r>
            <a:r>
              <a:rPr sz="1500" spc="-34" dirty="0">
                <a:latin typeface="Calibri"/>
                <a:cs typeface="Calibri"/>
              </a:rPr>
              <a:t> </a:t>
            </a:r>
            <a:r>
              <a:rPr sz="1500" dirty="0">
                <a:latin typeface="Calibri"/>
                <a:cs typeface="Calibri"/>
              </a:rPr>
              <a:t>/</a:t>
            </a:r>
            <a:r>
              <a:rPr sz="1500" spc="-38" dirty="0">
                <a:latin typeface="Calibri"/>
                <a:cs typeface="Calibri"/>
              </a:rPr>
              <a:t> </a:t>
            </a:r>
            <a:r>
              <a:rPr sz="1500" dirty="0">
                <a:latin typeface="Calibri"/>
                <a:cs typeface="Calibri"/>
              </a:rPr>
              <a:t>City</a:t>
            </a:r>
            <a:r>
              <a:rPr sz="1500" spc="-34" dirty="0">
                <a:latin typeface="Calibri"/>
                <a:cs typeface="Calibri"/>
              </a:rPr>
              <a:t> </a:t>
            </a:r>
            <a:r>
              <a:rPr sz="1500" dirty="0">
                <a:latin typeface="Calibri"/>
                <a:cs typeface="Calibri"/>
              </a:rPr>
              <a:t>ensuring</a:t>
            </a:r>
            <a:r>
              <a:rPr sz="1500" spc="-34" dirty="0">
                <a:latin typeface="Calibri"/>
                <a:cs typeface="Calibri"/>
              </a:rPr>
              <a:t> </a:t>
            </a:r>
            <a:r>
              <a:rPr sz="1500" spc="-8" dirty="0">
                <a:latin typeface="Calibri"/>
                <a:cs typeface="Calibri"/>
              </a:rPr>
              <a:t>Brethren</a:t>
            </a:r>
            <a:r>
              <a:rPr sz="1500" spc="-38" dirty="0">
                <a:latin typeface="Calibri"/>
                <a:cs typeface="Calibri"/>
              </a:rPr>
              <a:t> </a:t>
            </a:r>
            <a:r>
              <a:rPr sz="1500" dirty="0">
                <a:latin typeface="Calibri"/>
                <a:cs typeface="Calibri"/>
              </a:rPr>
              <a:t>have</a:t>
            </a:r>
            <a:r>
              <a:rPr sz="1500" spc="-34" dirty="0">
                <a:latin typeface="Calibri"/>
                <a:cs typeface="Calibri"/>
              </a:rPr>
              <a:t> </a:t>
            </a:r>
            <a:r>
              <a:rPr sz="1500" dirty="0">
                <a:latin typeface="Calibri"/>
                <a:cs typeface="Calibri"/>
              </a:rPr>
              <a:t>an</a:t>
            </a:r>
            <a:r>
              <a:rPr sz="1500" spc="-38" dirty="0">
                <a:latin typeface="Calibri"/>
                <a:cs typeface="Calibri"/>
              </a:rPr>
              <a:t> </a:t>
            </a:r>
            <a:r>
              <a:rPr sz="1500" spc="-8" dirty="0">
                <a:latin typeface="Calibri"/>
                <a:cs typeface="Calibri"/>
              </a:rPr>
              <a:t>awareness</a:t>
            </a:r>
            <a:r>
              <a:rPr sz="1500" spc="-38" dirty="0">
                <a:latin typeface="Calibri"/>
                <a:cs typeface="Calibri"/>
              </a:rPr>
              <a:t> </a:t>
            </a:r>
            <a:r>
              <a:rPr sz="1500" dirty="0">
                <a:latin typeface="Calibri"/>
                <a:cs typeface="Calibri"/>
              </a:rPr>
              <a:t>of</a:t>
            </a:r>
            <a:r>
              <a:rPr sz="1500" spc="-38" dirty="0">
                <a:latin typeface="Calibri"/>
                <a:cs typeface="Calibri"/>
              </a:rPr>
              <a:t> </a:t>
            </a:r>
            <a:r>
              <a:rPr sz="1500" spc="-15" dirty="0">
                <a:latin typeface="Calibri"/>
                <a:cs typeface="Calibri"/>
              </a:rPr>
              <a:t>that </a:t>
            </a:r>
            <a:r>
              <a:rPr sz="1500" dirty="0">
                <a:latin typeface="Calibri"/>
                <a:cs typeface="Calibri"/>
              </a:rPr>
              <a:t>Chapter</a:t>
            </a:r>
            <a:r>
              <a:rPr sz="1500" spc="-34" dirty="0">
                <a:latin typeface="Calibri"/>
                <a:cs typeface="Calibri"/>
              </a:rPr>
              <a:t> </a:t>
            </a:r>
            <a:r>
              <a:rPr sz="1500" dirty="0">
                <a:latin typeface="Calibri"/>
                <a:cs typeface="Calibri"/>
              </a:rPr>
              <a:t>for</a:t>
            </a:r>
            <a:r>
              <a:rPr sz="1500" spc="-34" dirty="0">
                <a:latin typeface="Calibri"/>
                <a:cs typeface="Calibri"/>
              </a:rPr>
              <a:t> </a:t>
            </a:r>
            <a:r>
              <a:rPr sz="1500" dirty="0">
                <a:latin typeface="Calibri"/>
                <a:cs typeface="Calibri"/>
              </a:rPr>
              <a:t>when</a:t>
            </a:r>
            <a:r>
              <a:rPr sz="1500" spc="-34" dirty="0">
                <a:latin typeface="Calibri"/>
                <a:cs typeface="Calibri"/>
              </a:rPr>
              <a:t> </a:t>
            </a:r>
            <a:r>
              <a:rPr sz="1500" dirty="0">
                <a:latin typeface="Calibri"/>
                <a:cs typeface="Calibri"/>
              </a:rPr>
              <a:t>they</a:t>
            </a:r>
            <a:r>
              <a:rPr sz="1500" spc="-34" dirty="0">
                <a:latin typeface="Calibri"/>
                <a:cs typeface="Calibri"/>
              </a:rPr>
              <a:t> </a:t>
            </a:r>
            <a:r>
              <a:rPr sz="1500" dirty="0">
                <a:latin typeface="Calibri"/>
                <a:cs typeface="Calibri"/>
              </a:rPr>
              <a:t>look</a:t>
            </a:r>
            <a:r>
              <a:rPr sz="1500" spc="-30"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continue</a:t>
            </a:r>
            <a:r>
              <a:rPr sz="1500" spc="-34" dirty="0">
                <a:latin typeface="Calibri"/>
                <a:cs typeface="Calibri"/>
              </a:rPr>
              <a:t> </a:t>
            </a:r>
            <a:r>
              <a:rPr sz="1500" dirty="0">
                <a:latin typeface="Calibri"/>
                <a:cs typeface="Calibri"/>
              </a:rPr>
              <a:t>their</a:t>
            </a:r>
            <a:r>
              <a:rPr sz="1500" spc="-30" dirty="0">
                <a:latin typeface="Calibri"/>
                <a:cs typeface="Calibri"/>
              </a:rPr>
              <a:t> </a:t>
            </a:r>
            <a:r>
              <a:rPr sz="1500" spc="-8" dirty="0">
                <a:latin typeface="Calibri"/>
                <a:cs typeface="Calibri"/>
              </a:rPr>
              <a:t>journey.</a:t>
            </a:r>
            <a:endParaRPr sz="1500">
              <a:latin typeface="Calibri"/>
              <a:cs typeface="Calibri"/>
            </a:endParaRPr>
          </a:p>
        </p:txBody>
      </p:sp>
      <p:sp>
        <p:nvSpPr>
          <p:cNvPr id="11" name="object 11"/>
          <p:cNvSpPr txBox="1"/>
          <p:nvPr/>
        </p:nvSpPr>
        <p:spPr>
          <a:xfrm>
            <a:off x="6324600" y="3675075"/>
            <a:ext cx="5198269" cy="1452321"/>
          </a:xfrm>
          <a:prstGeom prst="rect">
            <a:avLst/>
          </a:prstGeom>
        </p:spPr>
        <p:txBody>
          <a:bodyPr vert="horz" wrap="square" lIns="0" tIns="9525" rIns="0" bIns="0" rtlCol="0">
            <a:spAutoFit/>
          </a:bodyPr>
          <a:lstStyle/>
          <a:p>
            <a:pPr marL="9525" marR="3810">
              <a:lnSpc>
                <a:spcPct val="125000"/>
              </a:lnSpc>
              <a:spcBef>
                <a:spcPts val="75"/>
              </a:spcBef>
            </a:pPr>
            <a:r>
              <a:rPr sz="1500" spc="-8" dirty="0">
                <a:latin typeface="Calibri"/>
                <a:cs typeface="Calibri"/>
              </a:rPr>
              <a:t>Provincial</a:t>
            </a:r>
            <a:r>
              <a:rPr sz="1500" spc="-49" dirty="0">
                <a:latin typeface="Calibri"/>
                <a:cs typeface="Calibri"/>
              </a:rPr>
              <a:t> </a:t>
            </a:r>
            <a:r>
              <a:rPr sz="1500" spc="-8" dirty="0">
                <a:latin typeface="Calibri"/>
                <a:cs typeface="Calibri"/>
              </a:rPr>
              <a:t>Royal</a:t>
            </a:r>
            <a:r>
              <a:rPr sz="1500" spc="-49" dirty="0">
                <a:latin typeface="Calibri"/>
                <a:cs typeface="Calibri"/>
              </a:rPr>
              <a:t> </a:t>
            </a:r>
            <a:r>
              <a:rPr sz="1500" dirty="0">
                <a:latin typeface="Calibri"/>
                <a:cs typeface="Calibri"/>
              </a:rPr>
              <a:t>Arch</a:t>
            </a:r>
            <a:r>
              <a:rPr sz="1500" spc="-45" dirty="0">
                <a:latin typeface="Calibri"/>
                <a:cs typeface="Calibri"/>
              </a:rPr>
              <a:t> </a:t>
            </a:r>
            <a:r>
              <a:rPr sz="1500" dirty="0">
                <a:latin typeface="Calibri"/>
                <a:cs typeface="Calibri"/>
              </a:rPr>
              <a:t>Promotion</a:t>
            </a:r>
            <a:r>
              <a:rPr sz="1500" spc="-49" dirty="0">
                <a:latin typeface="Calibri"/>
                <a:cs typeface="Calibri"/>
              </a:rPr>
              <a:t> </a:t>
            </a:r>
            <a:r>
              <a:rPr sz="1500" spc="-23" dirty="0">
                <a:latin typeface="Calibri"/>
                <a:cs typeface="Calibri"/>
              </a:rPr>
              <a:t>Events—</a:t>
            </a:r>
            <a:r>
              <a:rPr sz="1500" dirty="0">
                <a:latin typeface="Calibri"/>
                <a:cs typeface="Calibri"/>
              </a:rPr>
              <a:t>Many</a:t>
            </a:r>
            <a:r>
              <a:rPr sz="1500" spc="-45" dirty="0">
                <a:latin typeface="Calibri"/>
                <a:cs typeface="Calibri"/>
              </a:rPr>
              <a:t> </a:t>
            </a:r>
            <a:r>
              <a:rPr sz="1500" spc="-8" dirty="0">
                <a:latin typeface="Calibri"/>
                <a:cs typeface="Calibri"/>
              </a:rPr>
              <a:t>Provinces</a:t>
            </a:r>
            <a:r>
              <a:rPr sz="1500" spc="-49" dirty="0">
                <a:latin typeface="Calibri"/>
                <a:cs typeface="Calibri"/>
              </a:rPr>
              <a:t> </a:t>
            </a:r>
            <a:r>
              <a:rPr sz="1500" dirty="0">
                <a:latin typeface="Calibri"/>
                <a:cs typeface="Calibri"/>
              </a:rPr>
              <a:t>are</a:t>
            </a:r>
            <a:r>
              <a:rPr sz="1500" spc="-41" dirty="0">
                <a:latin typeface="Calibri"/>
                <a:cs typeface="Calibri"/>
              </a:rPr>
              <a:t> </a:t>
            </a:r>
            <a:r>
              <a:rPr sz="1500" spc="-8" dirty="0">
                <a:latin typeface="Calibri"/>
                <a:cs typeface="Calibri"/>
              </a:rPr>
              <a:t>using </a:t>
            </a:r>
            <a:r>
              <a:rPr sz="1500" dirty="0">
                <a:latin typeface="Calibri"/>
                <a:cs typeface="Calibri"/>
              </a:rPr>
              <a:t>the</a:t>
            </a:r>
            <a:r>
              <a:rPr sz="1500" spc="-38" dirty="0">
                <a:latin typeface="Calibri"/>
                <a:cs typeface="Calibri"/>
              </a:rPr>
              <a:t> </a:t>
            </a:r>
            <a:r>
              <a:rPr sz="1500" dirty="0">
                <a:latin typeface="Calibri"/>
                <a:cs typeface="Calibri"/>
              </a:rPr>
              <a:t>One</a:t>
            </a:r>
            <a:r>
              <a:rPr sz="1500" spc="-34" dirty="0">
                <a:latin typeface="Calibri"/>
                <a:cs typeface="Calibri"/>
              </a:rPr>
              <a:t> </a:t>
            </a:r>
            <a:r>
              <a:rPr sz="1500" spc="-15" dirty="0">
                <a:latin typeface="Calibri"/>
                <a:cs typeface="Calibri"/>
              </a:rPr>
              <a:t>Journey,</a:t>
            </a:r>
            <a:r>
              <a:rPr sz="1500" spc="-34" dirty="0">
                <a:latin typeface="Calibri"/>
                <a:cs typeface="Calibri"/>
              </a:rPr>
              <a:t> </a:t>
            </a:r>
            <a:r>
              <a:rPr sz="1500" dirty="0">
                <a:latin typeface="Calibri"/>
                <a:cs typeface="Calibri"/>
              </a:rPr>
              <a:t>One</a:t>
            </a:r>
            <a:r>
              <a:rPr sz="1500" spc="-34" dirty="0">
                <a:latin typeface="Calibri"/>
                <a:cs typeface="Calibri"/>
              </a:rPr>
              <a:t> </a:t>
            </a:r>
            <a:r>
              <a:rPr sz="1500" spc="-8" dirty="0">
                <a:latin typeface="Calibri"/>
                <a:cs typeface="Calibri"/>
              </a:rPr>
              <a:t>Organisation</a:t>
            </a:r>
            <a:r>
              <a:rPr sz="1500" spc="-38" dirty="0">
                <a:latin typeface="Calibri"/>
                <a:cs typeface="Calibri"/>
              </a:rPr>
              <a:t> </a:t>
            </a:r>
            <a:r>
              <a:rPr sz="1500" spc="-8" dirty="0">
                <a:latin typeface="Calibri"/>
                <a:cs typeface="Calibri"/>
              </a:rPr>
              <a:t>approach</a:t>
            </a:r>
            <a:r>
              <a:rPr sz="1500" spc="-41"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stage</a:t>
            </a:r>
            <a:r>
              <a:rPr sz="1500" spc="-34" dirty="0">
                <a:latin typeface="Calibri"/>
                <a:cs typeface="Calibri"/>
              </a:rPr>
              <a:t> </a:t>
            </a:r>
            <a:r>
              <a:rPr sz="1500" spc="-8" dirty="0">
                <a:latin typeface="Calibri"/>
                <a:cs typeface="Calibri"/>
              </a:rPr>
              <a:t>Provincial (sometimes</a:t>
            </a:r>
            <a:r>
              <a:rPr sz="1500" spc="-38" dirty="0">
                <a:latin typeface="Calibri"/>
                <a:cs typeface="Calibri"/>
              </a:rPr>
              <a:t> </a:t>
            </a:r>
            <a:r>
              <a:rPr sz="1500" spc="-8" dirty="0">
                <a:latin typeface="Calibri"/>
                <a:cs typeface="Calibri"/>
              </a:rPr>
              <a:t>broken</a:t>
            </a:r>
            <a:r>
              <a:rPr sz="1500" spc="-34" dirty="0">
                <a:latin typeface="Calibri"/>
                <a:cs typeface="Calibri"/>
              </a:rPr>
              <a:t> </a:t>
            </a:r>
            <a:r>
              <a:rPr sz="1500" dirty="0">
                <a:latin typeface="Calibri"/>
                <a:cs typeface="Calibri"/>
              </a:rPr>
              <a:t>down</a:t>
            </a:r>
            <a:r>
              <a:rPr sz="1500" spc="-38"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area</a:t>
            </a:r>
            <a:r>
              <a:rPr sz="1500" spc="-34" dirty="0">
                <a:latin typeface="Calibri"/>
                <a:cs typeface="Calibri"/>
              </a:rPr>
              <a:t> </a:t>
            </a:r>
            <a:r>
              <a:rPr sz="1500" dirty="0">
                <a:latin typeface="Calibri"/>
                <a:cs typeface="Calibri"/>
              </a:rPr>
              <a:t>depending</a:t>
            </a:r>
            <a:r>
              <a:rPr sz="1500" spc="-34" dirty="0">
                <a:latin typeface="Calibri"/>
                <a:cs typeface="Calibri"/>
              </a:rPr>
              <a:t> </a:t>
            </a:r>
            <a:r>
              <a:rPr sz="1500" dirty="0">
                <a:latin typeface="Calibri"/>
                <a:cs typeface="Calibri"/>
              </a:rPr>
              <a:t>on</a:t>
            </a:r>
            <a:r>
              <a:rPr sz="1500" spc="-34" dirty="0">
                <a:latin typeface="Calibri"/>
                <a:cs typeface="Calibri"/>
              </a:rPr>
              <a:t> </a:t>
            </a:r>
            <a:r>
              <a:rPr sz="1500" dirty="0">
                <a:latin typeface="Calibri"/>
                <a:cs typeface="Calibri"/>
              </a:rPr>
              <a:t>the</a:t>
            </a:r>
            <a:r>
              <a:rPr sz="1500" spc="-34" dirty="0">
                <a:latin typeface="Calibri"/>
                <a:cs typeface="Calibri"/>
              </a:rPr>
              <a:t> </a:t>
            </a:r>
            <a:r>
              <a:rPr sz="1500" spc="-15" dirty="0">
                <a:latin typeface="Calibri"/>
                <a:cs typeface="Calibri"/>
              </a:rPr>
              <a:t>province’s</a:t>
            </a:r>
            <a:r>
              <a:rPr sz="1500" spc="-34" dirty="0">
                <a:latin typeface="Calibri"/>
                <a:cs typeface="Calibri"/>
              </a:rPr>
              <a:t> </a:t>
            </a:r>
            <a:r>
              <a:rPr sz="1500" spc="-8" dirty="0">
                <a:latin typeface="Calibri"/>
                <a:cs typeface="Calibri"/>
              </a:rPr>
              <a:t>size) </a:t>
            </a:r>
            <a:r>
              <a:rPr sz="1500" dirty="0">
                <a:latin typeface="Calibri"/>
                <a:cs typeface="Calibri"/>
              </a:rPr>
              <a:t>events</a:t>
            </a:r>
            <a:r>
              <a:rPr sz="1500" spc="-49"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engage</a:t>
            </a:r>
            <a:r>
              <a:rPr sz="1500" spc="-41" dirty="0">
                <a:latin typeface="Calibri"/>
                <a:cs typeface="Calibri"/>
              </a:rPr>
              <a:t> </a:t>
            </a:r>
            <a:r>
              <a:rPr sz="1500" dirty="0">
                <a:latin typeface="Calibri"/>
                <a:cs typeface="Calibri"/>
              </a:rPr>
              <a:t>with</a:t>
            </a:r>
            <a:r>
              <a:rPr sz="1500" spc="-45" dirty="0">
                <a:latin typeface="Calibri"/>
                <a:cs typeface="Calibri"/>
              </a:rPr>
              <a:t> </a:t>
            </a:r>
            <a:r>
              <a:rPr sz="1500" spc="-8" dirty="0">
                <a:latin typeface="Calibri"/>
                <a:cs typeface="Calibri"/>
              </a:rPr>
              <a:t>Brethren</a:t>
            </a:r>
            <a:r>
              <a:rPr sz="1500" spc="-45" dirty="0">
                <a:latin typeface="Calibri"/>
                <a:cs typeface="Calibri"/>
              </a:rPr>
              <a:t> </a:t>
            </a:r>
            <a:r>
              <a:rPr sz="1500" dirty="0">
                <a:latin typeface="Calibri"/>
                <a:cs typeface="Calibri"/>
              </a:rPr>
              <a:t>eligible</a:t>
            </a:r>
            <a:r>
              <a:rPr sz="1500" spc="-45"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join</a:t>
            </a:r>
            <a:r>
              <a:rPr sz="1500" spc="-45" dirty="0">
                <a:latin typeface="Calibri"/>
                <a:cs typeface="Calibri"/>
              </a:rPr>
              <a:t> </a:t>
            </a:r>
            <a:r>
              <a:rPr sz="1500" dirty="0">
                <a:latin typeface="Calibri"/>
                <a:cs typeface="Calibri"/>
              </a:rPr>
              <a:t>the</a:t>
            </a:r>
            <a:r>
              <a:rPr sz="1500" spc="-41" dirty="0">
                <a:latin typeface="Calibri"/>
                <a:cs typeface="Calibri"/>
              </a:rPr>
              <a:t> </a:t>
            </a:r>
            <a:r>
              <a:rPr sz="1500" spc="-8" dirty="0">
                <a:latin typeface="Calibri"/>
                <a:cs typeface="Calibri"/>
              </a:rPr>
              <a:t>Royal</a:t>
            </a:r>
            <a:r>
              <a:rPr sz="1500" spc="-45" dirty="0">
                <a:latin typeface="Calibri"/>
                <a:cs typeface="Calibri"/>
              </a:rPr>
              <a:t> </a:t>
            </a:r>
            <a:r>
              <a:rPr sz="1500" dirty="0">
                <a:latin typeface="Calibri"/>
                <a:cs typeface="Calibri"/>
              </a:rPr>
              <a:t>Arch</a:t>
            </a:r>
            <a:r>
              <a:rPr sz="1500" spc="-45" dirty="0">
                <a:latin typeface="Calibri"/>
                <a:cs typeface="Calibri"/>
              </a:rPr>
              <a:t> </a:t>
            </a:r>
            <a:r>
              <a:rPr sz="1500" spc="-19" dirty="0">
                <a:latin typeface="Calibri"/>
                <a:cs typeface="Calibri"/>
              </a:rPr>
              <a:t>and </a:t>
            </a:r>
            <a:r>
              <a:rPr sz="1500" spc="-8" dirty="0">
                <a:latin typeface="Calibri"/>
                <a:cs typeface="Calibri"/>
              </a:rPr>
              <a:t>unattached</a:t>
            </a:r>
            <a:r>
              <a:rPr sz="1500" spc="-71" dirty="0">
                <a:latin typeface="Calibri"/>
                <a:cs typeface="Calibri"/>
              </a:rPr>
              <a:t> </a:t>
            </a:r>
            <a:r>
              <a:rPr sz="1500" spc="-8" dirty="0">
                <a:latin typeface="Calibri"/>
                <a:cs typeface="Calibri"/>
              </a:rPr>
              <a:t>Companions.</a:t>
            </a:r>
            <a:endParaRPr sz="1500">
              <a:latin typeface="Calibri"/>
              <a:cs typeface="Calibri"/>
            </a:endParaRPr>
          </a:p>
        </p:txBody>
      </p:sp>
      <p:grpSp>
        <p:nvGrpSpPr>
          <p:cNvPr id="12" name="object 12"/>
          <p:cNvGrpSpPr/>
          <p:nvPr/>
        </p:nvGrpSpPr>
        <p:grpSpPr>
          <a:xfrm>
            <a:off x="0" y="6246019"/>
            <a:ext cx="12192000" cy="611981"/>
            <a:chOff x="0" y="8328025"/>
            <a:chExt cx="16256000" cy="815975"/>
          </a:xfrm>
        </p:grpSpPr>
        <p:sp>
          <p:nvSpPr>
            <p:cNvPr id="13" name="object 13"/>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4" name="object 14"/>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5" name="object 15"/>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6" name="object 16"/>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7" name="object 17"/>
            <p:cNvPicPr/>
            <p:nvPr/>
          </p:nvPicPr>
          <p:blipFill>
            <a:blip r:embed="rId5" cstate="print"/>
            <a:stretch>
              <a:fillRect/>
            </a:stretch>
          </p:blipFill>
          <p:spPr>
            <a:xfrm>
              <a:off x="317500" y="8601503"/>
              <a:ext cx="610382" cy="250854"/>
            </a:xfrm>
            <a:prstGeom prst="rect">
              <a:avLst/>
            </a:prstGeom>
          </p:spPr>
        </p:pic>
        <p:sp>
          <p:nvSpPr>
            <p:cNvPr id="18" name="object 18"/>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19" name="object 19"/>
            <p:cNvPicPr/>
            <p:nvPr/>
          </p:nvPicPr>
          <p:blipFill>
            <a:blip r:embed="rId6" cstate="print"/>
            <a:stretch>
              <a:fillRect/>
            </a:stretch>
          </p:blipFill>
          <p:spPr>
            <a:xfrm>
              <a:off x="2385576" y="8601503"/>
              <a:ext cx="704542" cy="290622"/>
            </a:xfrm>
            <a:prstGeom prst="rect">
              <a:avLst/>
            </a:prstGeom>
          </p:spPr>
        </p:pic>
        <p:pic>
          <p:nvPicPr>
            <p:cNvPr id="20" name="object 20"/>
            <p:cNvPicPr/>
            <p:nvPr/>
          </p:nvPicPr>
          <p:blipFill>
            <a:blip r:embed="rId7" cstate="print"/>
            <a:stretch>
              <a:fillRect/>
            </a:stretch>
          </p:blipFill>
          <p:spPr>
            <a:xfrm>
              <a:off x="1505752" y="8642926"/>
              <a:ext cx="669089" cy="203733"/>
            </a:xfrm>
            <a:prstGeom prst="rect">
              <a:avLst/>
            </a:prstGeom>
          </p:spPr>
        </p:pic>
        <p:pic>
          <p:nvPicPr>
            <p:cNvPr id="21" name="object 21"/>
            <p:cNvPicPr/>
            <p:nvPr/>
          </p:nvPicPr>
          <p:blipFill>
            <a:blip r:embed="rId8" cstate="print"/>
            <a:stretch>
              <a:fillRect/>
            </a:stretch>
          </p:blipFill>
          <p:spPr>
            <a:xfrm>
              <a:off x="1138631" y="8575779"/>
              <a:ext cx="338035" cy="338035"/>
            </a:xfrm>
            <a:prstGeom prst="rect">
              <a:avLst/>
            </a:prstGeom>
          </p:spPr>
        </p:pic>
        <p:sp>
          <p:nvSpPr>
            <p:cNvPr id="22" name="object 22"/>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3274115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72237" y="171254"/>
            <a:ext cx="11847528" cy="5903509"/>
          </a:xfrm>
          <a:prstGeom prst="rect">
            <a:avLst/>
          </a:prstGeom>
        </p:spPr>
      </p:pic>
      <p:sp>
        <p:nvSpPr>
          <p:cNvPr id="3" name="object 3"/>
          <p:cNvSpPr txBox="1"/>
          <p:nvPr/>
        </p:nvSpPr>
        <p:spPr>
          <a:xfrm>
            <a:off x="333375" y="1200151"/>
            <a:ext cx="5253990" cy="1933222"/>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These</a:t>
            </a:r>
            <a:r>
              <a:rPr sz="1500" spc="-41" dirty="0">
                <a:latin typeface="Calibri"/>
                <a:cs typeface="Calibri"/>
              </a:rPr>
              <a:t> </a:t>
            </a:r>
            <a:r>
              <a:rPr sz="1500" dirty="0">
                <a:latin typeface="Calibri"/>
                <a:cs typeface="Calibri"/>
              </a:rPr>
              <a:t>events</a:t>
            </a:r>
            <a:r>
              <a:rPr sz="1500" spc="-41" dirty="0">
                <a:latin typeface="Calibri"/>
                <a:cs typeface="Calibri"/>
              </a:rPr>
              <a:t> </a:t>
            </a:r>
            <a:r>
              <a:rPr sz="1500" spc="-8" dirty="0">
                <a:latin typeface="Calibri"/>
                <a:cs typeface="Calibri"/>
              </a:rPr>
              <a:t>rarely</a:t>
            </a:r>
            <a:r>
              <a:rPr sz="1500" spc="-38" dirty="0">
                <a:latin typeface="Calibri"/>
                <a:cs typeface="Calibri"/>
              </a:rPr>
              <a:t> </a:t>
            </a:r>
            <a:r>
              <a:rPr sz="1500" dirty="0">
                <a:latin typeface="Calibri"/>
                <a:cs typeface="Calibri"/>
              </a:rPr>
              <a:t>promote</a:t>
            </a:r>
            <a:r>
              <a:rPr sz="1500" spc="-38" dirty="0">
                <a:latin typeface="Calibri"/>
                <a:cs typeface="Calibri"/>
              </a:rPr>
              <a:t> </a:t>
            </a:r>
            <a:r>
              <a:rPr sz="1500" dirty="0">
                <a:latin typeface="Calibri"/>
                <a:cs typeface="Calibri"/>
              </a:rPr>
              <a:t>a</a:t>
            </a:r>
            <a:r>
              <a:rPr sz="1500" spc="-41" dirty="0">
                <a:latin typeface="Calibri"/>
                <a:cs typeface="Calibri"/>
              </a:rPr>
              <a:t> </a:t>
            </a:r>
            <a:r>
              <a:rPr sz="1500" dirty="0">
                <a:latin typeface="Calibri"/>
                <a:cs typeface="Calibri"/>
              </a:rPr>
              <a:t>specific</a:t>
            </a:r>
            <a:r>
              <a:rPr sz="1500" spc="-38" dirty="0">
                <a:latin typeface="Calibri"/>
                <a:cs typeface="Calibri"/>
              </a:rPr>
              <a:t> </a:t>
            </a:r>
            <a:r>
              <a:rPr sz="1500" dirty="0">
                <a:latin typeface="Calibri"/>
                <a:cs typeface="Calibri"/>
              </a:rPr>
              <a:t>Chapter</a:t>
            </a:r>
            <a:r>
              <a:rPr sz="1500" spc="-38" dirty="0">
                <a:latin typeface="Calibri"/>
                <a:cs typeface="Calibri"/>
              </a:rPr>
              <a:t> </a:t>
            </a:r>
            <a:r>
              <a:rPr sz="1500" dirty="0">
                <a:latin typeface="Calibri"/>
                <a:cs typeface="Calibri"/>
              </a:rPr>
              <a:t>but</a:t>
            </a:r>
            <a:r>
              <a:rPr sz="1500" spc="-41" dirty="0">
                <a:latin typeface="Calibri"/>
                <a:cs typeface="Calibri"/>
              </a:rPr>
              <a:t> </a:t>
            </a:r>
            <a:r>
              <a:rPr sz="1500" dirty="0">
                <a:latin typeface="Calibri"/>
                <a:cs typeface="Calibri"/>
              </a:rPr>
              <a:t>look</a:t>
            </a:r>
            <a:r>
              <a:rPr sz="1500" spc="-38" dirty="0">
                <a:latin typeface="Calibri"/>
                <a:cs typeface="Calibri"/>
              </a:rPr>
              <a:t> </a:t>
            </a:r>
            <a:r>
              <a:rPr sz="1500" dirty="0">
                <a:latin typeface="Calibri"/>
                <a:cs typeface="Calibri"/>
              </a:rPr>
              <a:t>to</a:t>
            </a:r>
            <a:r>
              <a:rPr sz="1500" spc="-41" dirty="0">
                <a:latin typeface="Calibri"/>
                <a:cs typeface="Calibri"/>
              </a:rPr>
              <a:t> </a:t>
            </a:r>
            <a:r>
              <a:rPr sz="1500" spc="-8" dirty="0">
                <a:latin typeface="Calibri"/>
                <a:cs typeface="Calibri"/>
              </a:rPr>
              <a:t>inspire Master</a:t>
            </a:r>
            <a:r>
              <a:rPr sz="1500" spc="-45" dirty="0">
                <a:latin typeface="Calibri"/>
                <a:cs typeface="Calibri"/>
              </a:rPr>
              <a:t> </a:t>
            </a:r>
            <a:r>
              <a:rPr sz="1500" dirty="0">
                <a:latin typeface="Calibri"/>
                <a:cs typeface="Calibri"/>
              </a:rPr>
              <a:t>Masons</a:t>
            </a:r>
            <a:r>
              <a:rPr sz="1500" spc="-41"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continue</a:t>
            </a:r>
            <a:r>
              <a:rPr sz="1500" spc="-41" dirty="0">
                <a:latin typeface="Calibri"/>
                <a:cs typeface="Calibri"/>
              </a:rPr>
              <a:t> </a:t>
            </a:r>
            <a:r>
              <a:rPr sz="1500" dirty="0">
                <a:latin typeface="Calibri"/>
                <a:cs typeface="Calibri"/>
              </a:rPr>
              <a:t>their</a:t>
            </a:r>
            <a:r>
              <a:rPr sz="1500" spc="-41" dirty="0">
                <a:latin typeface="Calibri"/>
                <a:cs typeface="Calibri"/>
              </a:rPr>
              <a:t> </a:t>
            </a:r>
            <a:r>
              <a:rPr sz="1500" spc="-8" dirty="0">
                <a:latin typeface="Calibri"/>
                <a:cs typeface="Calibri"/>
              </a:rPr>
              <a:t>journey.</a:t>
            </a:r>
            <a:r>
              <a:rPr sz="1500" spc="-45" dirty="0">
                <a:latin typeface="Calibri"/>
                <a:cs typeface="Calibri"/>
              </a:rPr>
              <a:t> </a:t>
            </a:r>
            <a:r>
              <a:rPr sz="1500" dirty="0">
                <a:latin typeface="Calibri"/>
                <a:cs typeface="Calibri"/>
              </a:rPr>
              <a:t>Then,</a:t>
            </a:r>
            <a:r>
              <a:rPr sz="1500" spc="-41" dirty="0">
                <a:latin typeface="Calibri"/>
                <a:cs typeface="Calibri"/>
              </a:rPr>
              <a:t> </a:t>
            </a:r>
            <a:r>
              <a:rPr sz="1500" dirty="0">
                <a:latin typeface="Calibri"/>
                <a:cs typeface="Calibri"/>
              </a:rPr>
              <a:t>based</a:t>
            </a:r>
            <a:r>
              <a:rPr sz="1500" spc="-45" dirty="0">
                <a:latin typeface="Calibri"/>
                <a:cs typeface="Calibri"/>
              </a:rPr>
              <a:t> </a:t>
            </a:r>
            <a:r>
              <a:rPr sz="1500" dirty="0">
                <a:latin typeface="Calibri"/>
                <a:cs typeface="Calibri"/>
              </a:rPr>
              <a:t>on</a:t>
            </a:r>
            <a:r>
              <a:rPr sz="1500" spc="-45" dirty="0">
                <a:latin typeface="Calibri"/>
                <a:cs typeface="Calibri"/>
              </a:rPr>
              <a:t> </a:t>
            </a:r>
            <a:r>
              <a:rPr sz="1500" spc="-8" dirty="0">
                <a:latin typeface="Calibri"/>
                <a:cs typeface="Calibri"/>
              </a:rPr>
              <a:t>their </a:t>
            </a:r>
            <a:r>
              <a:rPr sz="1500" dirty="0">
                <a:latin typeface="Calibri"/>
                <a:cs typeface="Calibri"/>
              </a:rPr>
              <a:t>desired</a:t>
            </a:r>
            <a:r>
              <a:rPr sz="1500" spc="-41" dirty="0">
                <a:latin typeface="Calibri"/>
                <a:cs typeface="Calibri"/>
              </a:rPr>
              <a:t> </a:t>
            </a:r>
            <a:r>
              <a:rPr sz="1500" dirty="0">
                <a:latin typeface="Calibri"/>
                <a:cs typeface="Calibri"/>
              </a:rPr>
              <a:t>days</a:t>
            </a:r>
            <a:r>
              <a:rPr sz="1500" spc="-38" dirty="0">
                <a:latin typeface="Calibri"/>
                <a:cs typeface="Calibri"/>
              </a:rPr>
              <a:t> </a:t>
            </a:r>
            <a:r>
              <a:rPr sz="1500" dirty="0">
                <a:latin typeface="Calibri"/>
                <a:cs typeface="Calibri"/>
              </a:rPr>
              <a:t>of</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week</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meet,</a:t>
            </a:r>
            <a:r>
              <a:rPr sz="1500" spc="-38" dirty="0">
                <a:latin typeface="Calibri"/>
                <a:cs typeface="Calibri"/>
              </a:rPr>
              <a:t> </a:t>
            </a:r>
            <a:r>
              <a:rPr sz="1500" spc="-8" dirty="0">
                <a:latin typeface="Calibri"/>
                <a:cs typeface="Calibri"/>
              </a:rPr>
              <a:t>locations,</a:t>
            </a:r>
            <a:r>
              <a:rPr sz="1500" spc="-34" dirty="0">
                <a:latin typeface="Calibri"/>
                <a:cs typeface="Calibri"/>
              </a:rPr>
              <a:t> </a:t>
            </a:r>
            <a:r>
              <a:rPr sz="1500" spc="-15" dirty="0">
                <a:latin typeface="Calibri"/>
                <a:cs typeface="Calibri"/>
              </a:rPr>
              <a:t>frequency,</a:t>
            </a:r>
            <a:r>
              <a:rPr sz="1500" spc="-38" dirty="0">
                <a:latin typeface="Calibri"/>
                <a:cs typeface="Calibri"/>
              </a:rPr>
              <a:t> </a:t>
            </a:r>
            <a:r>
              <a:rPr sz="1500" dirty="0">
                <a:latin typeface="Calibri"/>
                <a:cs typeface="Calibri"/>
              </a:rPr>
              <a:t>and</a:t>
            </a:r>
            <a:r>
              <a:rPr sz="1500" spc="-38" dirty="0">
                <a:latin typeface="Calibri"/>
                <a:cs typeface="Calibri"/>
              </a:rPr>
              <a:t> </a:t>
            </a:r>
            <a:r>
              <a:rPr sz="1500" spc="-8" dirty="0">
                <a:latin typeface="Calibri"/>
                <a:cs typeface="Calibri"/>
              </a:rPr>
              <a:t>budget, </a:t>
            </a:r>
            <a:r>
              <a:rPr sz="1500" dirty="0">
                <a:latin typeface="Calibri"/>
                <a:cs typeface="Calibri"/>
              </a:rPr>
              <a:t>a</a:t>
            </a:r>
            <a:r>
              <a:rPr sz="1500" spc="-34" dirty="0">
                <a:latin typeface="Calibri"/>
                <a:cs typeface="Calibri"/>
              </a:rPr>
              <a:t> </a:t>
            </a:r>
            <a:r>
              <a:rPr sz="1500" dirty="0">
                <a:latin typeface="Calibri"/>
                <a:cs typeface="Calibri"/>
              </a:rPr>
              <a:t>suitable</a:t>
            </a:r>
            <a:r>
              <a:rPr sz="1500" spc="-34" dirty="0">
                <a:latin typeface="Calibri"/>
                <a:cs typeface="Calibri"/>
              </a:rPr>
              <a:t> </a:t>
            </a:r>
            <a:r>
              <a:rPr sz="1500" spc="-8" dirty="0">
                <a:latin typeface="Calibri"/>
                <a:cs typeface="Calibri"/>
              </a:rPr>
              <a:t>chapter</a:t>
            </a:r>
            <a:r>
              <a:rPr sz="1500" spc="-30" dirty="0">
                <a:latin typeface="Calibri"/>
                <a:cs typeface="Calibri"/>
              </a:rPr>
              <a:t> </a:t>
            </a:r>
            <a:r>
              <a:rPr sz="1500" dirty="0">
                <a:latin typeface="Calibri"/>
                <a:cs typeface="Calibri"/>
              </a:rPr>
              <a:t>can</a:t>
            </a:r>
            <a:r>
              <a:rPr sz="1500" spc="-34" dirty="0">
                <a:latin typeface="Calibri"/>
                <a:cs typeface="Calibri"/>
              </a:rPr>
              <a:t> </a:t>
            </a:r>
            <a:r>
              <a:rPr sz="1500" dirty="0">
                <a:latin typeface="Calibri"/>
                <a:cs typeface="Calibri"/>
              </a:rPr>
              <a:t>be</a:t>
            </a:r>
            <a:r>
              <a:rPr sz="1500" spc="-30" dirty="0">
                <a:latin typeface="Calibri"/>
                <a:cs typeface="Calibri"/>
              </a:rPr>
              <a:t> </a:t>
            </a:r>
            <a:r>
              <a:rPr sz="1500" spc="-8" dirty="0">
                <a:latin typeface="Calibri"/>
                <a:cs typeface="Calibri"/>
              </a:rPr>
              <a:t>identified,</a:t>
            </a:r>
            <a:r>
              <a:rPr sz="1500" spc="-30" dirty="0">
                <a:latin typeface="Calibri"/>
                <a:cs typeface="Calibri"/>
              </a:rPr>
              <a:t> </a:t>
            </a:r>
            <a:r>
              <a:rPr sz="1500" dirty="0">
                <a:latin typeface="Calibri"/>
                <a:cs typeface="Calibri"/>
              </a:rPr>
              <a:t>and</a:t>
            </a:r>
            <a:r>
              <a:rPr sz="1500" spc="-34" dirty="0">
                <a:latin typeface="Calibri"/>
                <a:cs typeface="Calibri"/>
              </a:rPr>
              <a:t> </a:t>
            </a:r>
            <a:r>
              <a:rPr sz="1500" dirty="0">
                <a:latin typeface="Calibri"/>
                <a:cs typeface="Calibri"/>
              </a:rPr>
              <a:t>an</a:t>
            </a:r>
            <a:r>
              <a:rPr sz="1500" spc="-34" dirty="0">
                <a:latin typeface="Calibri"/>
                <a:cs typeface="Calibri"/>
              </a:rPr>
              <a:t> </a:t>
            </a:r>
            <a:r>
              <a:rPr sz="1500" spc="-8" dirty="0">
                <a:latin typeface="Calibri"/>
                <a:cs typeface="Calibri"/>
              </a:rPr>
              <a:t>introduction</a:t>
            </a:r>
            <a:r>
              <a:rPr sz="1500" spc="-34" dirty="0">
                <a:latin typeface="Calibri"/>
                <a:cs typeface="Calibri"/>
              </a:rPr>
              <a:t> </a:t>
            </a:r>
            <a:r>
              <a:rPr sz="1500" spc="-8" dirty="0">
                <a:latin typeface="Calibri"/>
                <a:cs typeface="Calibri"/>
              </a:rPr>
              <a:t>made.</a:t>
            </a:r>
            <a:endParaRPr sz="1500">
              <a:latin typeface="Calibri"/>
              <a:cs typeface="Calibri"/>
            </a:endParaRPr>
          </a:p>
          <a:p>
            <a:pPr marL="9525" marR="288608">
              <a:lnSpc>
                <a:spcPct val="125000"/>
              </a:lnSpc>
              <a:spcBef>
                <a:spcPts val="1500"/>
              </a:spcBef>
            </a:pPr>
            <a:r>
              <a:rPr sz="1500" dirty="0">
                <a:latin typeface="Calibri"/>
                <a:cs typeface="Calibri"/>
              </a:rPr>
              <a:t>The</a:t>
            </a:r>
            <a:r>
              <a:rPr sz="1500" spc="-41" dirty="0">
                <a:latin typeface="Calibri"/>
                <a:cs typeface="Calibri"/>
              </a:rPr>
              <a:t> </a:t>
            </a:r>
            <a:r>
              <a:rPr sz="1500" dirty="0">
                <a:latin typeface="Calibri"/>
                <a:cs typeface="Calibri"/>
              </a:rPr>
              <a:t>text</a:t>
            </a:r>
            <a:r>
              <a:rPr sz="1500" spc="-41" dirty="0">
                <a:latin typeface="Calibri"/>
                <a:cs typeface="Calibri"/>
              </a:rPr>
              <a:t> </a:t>
            </a:r>
            <a:r>
              <a:rPr sz="1500" dirty="0">
                <a:latin typeface="Calibri"/>
                <a:cs typeface="Calibri"/>
              </a:rPr>
              <a:t>above</a:t>
            </a:r>
            <a:r>
              <a:rPr sz="1500" spc="-38" dirty="0">
                <a:latin typeface="Calibri"/>
                <a:cs typeface="Calibri"/>
              </a:rPr>
              <a:t> </a:t>
            </a:r>
            <a:r>
              <a:rPr sz="1500" spc="-8" dirty="0">
                <a:latin typeface="Calibri"/>
                <a:cs typeface="Calibri"/>
              </a:rPr>
              <a:t>duplicates</a:t>
            </a:r>
            <a:r>
              <a:rPr sz="1500" spc="-41" dirty="0">
                <a:latin typeface="Calibri"/>
                <a:cs typeface="Calibri"/>
              </a:rPr>
              <a:t> </a:t>
            </a:r>
            <a:r>
              <a:rPr sz="1500" dirty="0">
                <a:latin typeface="Calibri"/>
                <a:cs typeface="Calibri"/>
              </a:rPr>
              <a:t>the</a:t>
            </a:r>
            <a:r>
              <a:rPr sz="1500" spc="-41" dirty="0">
                <a:latin typeface="Calibri"/>
                <a:cs typeface="Calibri"/>
              </a:rPr>
              <a:t> </a:t>
            </a:r>
            <a:r>
              <a:rPr sz="1500" dirty="0">
                <a:latin typeface="Calibri"/>
                <a:cs typeface="Calibri"/>
              </a:rPr>
              <a:t>full</a:t>
            </a:r>
            <a:r>
              <a:rPr sz="1500" spc="-41" dirty="0">
                <a:latin typeface="Calibri"/>
                <a:cs typeface="Calibri"/>
              </a:rPr>
              <a:t> </a:t>
            </a:r>
            <a:r>
              <a:rPr sz="1500" dirty="0">
                <a:latin typeface="Calibri"/>
                <a:cs typeface="Calibri"/>
              </a:rPr>
              <a:t>thread</a:t>
            </a:r>
            <a:r>
              <a:rPr sz="1500" spc="-41" dirty="0">
                <a:latin typeface="Calibri"/>
                <a:cs typeface="Calibri"/>
              </a:rPr>
              <a:t> </a:t>
            </a:r>
            <a:r>
              <a:rPr sz="1500" dirty="0">
                <a:latin typeface="Calibri"/>
                <a:cs typeface="Calibri"/>
              </a:rPr>
              <a:t>and</a:t>
            </a:r>
            <a:r>
              <a:rPr sz="1500" spc="-41" dirty="0">
                <a:latin typeface="Calibri"/>
                <a:cs typeface="Calibri"/>
              </a:rPr>
              <a:t> </a:t>
            </a:r>
            <a:r>
              <a:rPr sz="1500" dirty="0">
                <a:latin typeface="Calibri"/>
                <a:cs typeface="Calibri"/>
              </a:rPr>
              <a:t>should</a:t>
            </a:r>
            <a:r>
              <a:rPr sz="1500" spc="-45" dirty="0">
                <a:latin typeface="Calibri"/>
                <a:cs typeface="Calibri"/>
              </a:rPr>
              <a:t> </a:t>
            </a:r>
            <a:r>
              <a:rPr sz="1500" dirty="0">
                <a:latin typeface="Calibri"/>
                <a:cs typeface="Calibri"/>
              </a:rPr>
              <a:t>you</a:t>
            </a:r>
            <a:r>
              <a:rPr sz="1500" spc="-41" dirty="0">
                <a:latin typeface="Calibri"/>
                <a:cs typeface="Calibri"/>
              </a:rPr>
              <a:t> </a:t>
            </a:r>
            <a:r>
              <a:rPr sz="1500" dirty="0">
                <a:latin typeface="Calibri"/>
                <a:cs typeface="Calibri"/>
              </a:rPr>
              <a:t>wish</a:t>
            </a:r>
            <a:r>
              <a:rPr sz="1500" spc="-41" dirty="0">
                <a:latin typeface="Calibri"/>
                <a:cs typeface="Calibri"/>
              </a:rPr>
              <a:t> </a:t>
            </a:r>
            <a:r>
              <a:rPr sz="1500" spc="-26" dirty="0">
                <a:latin typeface="Calibri"/>
                <a:cs typeface="Calibri"/>
              </a:rPr>
              <a:t>to </a:t>
            </a:r>
            <a:r>
              <a:rPr sz="1500" dirty="0">
                <a:latin typeface="Calibri"/>
                <a:cs typeface="Calibri"/>
              </a:rPr>
              <a:t>read</a:t>
            </a:r>
            <a:r>
              <a:rPr sz="1500" spc="-30" dirty="0">
                <a:latin typeface="Calibri"/>
                <a:cs typeface="Calibri"/>
              </a:rPr>
              <a:t> </a:t>
            </a:r>
            <a:r>
              <a:rPr sz="1500" dirty="0">
                <a:latin typeface="Calibri"/>
                <a:cs typeface="Calibri"/>
              </a:rPr>
              <a:t>as</a:t>
            </a:r>
            <a:r>
              <a:rPr sz="1500" spc="-30" dirty="0">
                <a:latin typeface="Calibri"/>
                <a:cs typeface="Calibri"/>
              </a:rPr>
              <a:t> </a:t>
            </a:r>
            <a:r>
              <a:rPr sz="1500" dirty="0">
                <a:latin typeface="Calibri"/>
                <a:cs typeface="Calibri"/>
              </a:rPr>
              <a:t>a</a:t>
            </a:r>
            <a:r>
              <a:rPr sz="1500" spc="-26" dirty="0">
                <a:latin typeface="Calibri"/>
                <a:cs typeface="Calibri"/>
              </a:rPr>
              <a:t> </a:t>
            </a:r>
            <a:r>
              <a:rPr sz="1500" dirty="0">
                <a:latin typeface="Calibri"/>
                <a:cs typeface="Calibri"/>
              </a:rPr>
              <a:t>PDF</a:t>
            </a:r>
            <a:r>
              <a:rPr sz="1500" spc="-30" dirty="0">
                <a:latin typeface="Calibri"/>
                <a:cs typeface="Calibri"/>
              </a:rPr>
              <a:t> </a:t>
            </a:r>
            <a:r>
              <a:rPr sz="1500" dirty="0">
                <a:latin typeface="Calibri"/>
                <a:cs typeface="Calibri"/>
              </a:rPr>
              <a:t>you</a:t>
            </a:r>
            <a:r>
              <a:rPr sz="1500" spc="-26" dirty="0">
                <a:latin typeface="Calibri"/>
                <a:cs typeface="Calibri"/>
              </a:rPr>
              <a:t> </a:t>
            </a:r>
            <a:r>
              <a:rPr sz="1500" dirty="0">
                <a:latin typeface="Calibri"/>
                <a:cs typeface="Calibri"/>
              </a:rPr>
              <a:t>can</a:t>
            </a:r>
            <a:r>
              <a:rPr sz="1500" spc="-30" dirty="0">
                <a:latin typeface="Calibri"/>
                <a:cs typeface="Calibri"/>
              </a:rPr>
              <a:t> </a:t>
            </a:r>
            <a:r>
              <a:rPr sz="1500" dirty="0">
                <a:latin typeface="Calibri"/>
                <a:cs typeface="Calibri"/>
              </a:rPr>
              <a:t>do</a:t>
            </a:r>
            <a:r>
              <a:rPr sz="1500" spc="-30" dirty="0">
                <a:latin typeface="Calibri"/>
                <a:cs typeface="Calibri"/>
              </a:rPr>
              <a:t> </a:t>
            </a:r>
            <a:r>
              <a:rPr sz="1500" dirty="0">
                <a:latin typeface="Calibri"/>
                <a:cs typeface="Calibri"/>
              </a:rPr>
              <a:t>so</a:t>
            </a:r>
            <a:r>
              <a:rPr sz="1500" spc="-26" dirty="0">
                <a:latin typeface="Calibri"/>
                <a:cs typeface="Calibri"/>
              </a:rPr>
              <a:t> </a:t>
            </a:r>
            <a:r>
              <a:rPr sz="1500" spc="-8" dirty="0">
                <a:latin typeface="Calibri"/>
                <a:cs typeface="Calibri"/>
              </a:rPr>
              <a:t>here:</a:t>
            </a:r>
            <a:endParaRPr sz="1500">
              <a:latin typeface="Calibri"/>
              <a:cs typeface="Calibri"/>
            </a:endParaRPr>
          </a:p>
        </p:txBody>
      </p:sp>
      <p:sp>
        <p:nvSpPr>
          <p:cNvPr id="4" name="object 4"/>
          <p:cNvSpPr txBox="1"/>
          <p:nvPr/>
        </p:nvSpPr>
        <p:spPr>
          <a:xfrm>
            <a:off x="333375" y="3352800"/>
            <a:ext cx="990124" cy="240450"/>
          </a:xfrm>
          <a:prstGeom prst="rect">
            <a:avLst/>
          </a:prstGeom>
        </p:spPr>
        <p:txBody>
          <a:bodyPr vert="horz" wrap="square" lIns="0" tIns="9525" rIns="0" bIns="0" rtlCol="0">
            <a:spAutoFit/>
          </a:bodyPr>
          <a:lstStyle/>
          <a:p>
            <a:pPr marL="9525">
              <a:spcBef>
                <a:spcPts val="75"/>
              </a:spcBef>
            </a:pPr>
            <a:r>
              <a:rPr sz="1500" b="1" dirty="0">
                <a:latin typeface="Calibri"/>
                <a:cs typeface="Calibri"/>
                <a:hlinkClick r:id="rId4"/>
              </a:rPr>
              <a:t>Thread</a:t>
            </a:r>
            <a:r>
              <a:rPr sz="1500" b="1" spc="-71" dirty="0">
                <a:latin typeface="Calibri"/>
                <a:cs typeface="Calibri"/>
                <a:hlinkClick r:id="rId4"/>
              </a:rPr>
              <a:t> </a:t>
            </a:r>
            <a:r>
              <a:rPr sz="1500" b="1" spc="-8" dirty="0">
                <a:latin typeface="Calibri"/>
                <a:cs typeface="Calibri"/>
                <a:hlinkClick r:id="rId4"/>
              </a:rPr>
              <a:t>Link:</a:t>
            </a:r>
            <a:endParaRPr sz="1500">
              <a:latin typeface="Calibri"/>
              <a:cs typeface="Calibri"/>
            </a:endParaRPr>
          </a:p>
        </p:txBody>
      </p:sp>
      <p:sp>
        <p:nvSpPr>
          <p:cNvPr id="5" name="object 5"/>
          <p:cNvSpPr txBox="1"/>
          <p:nvPr/>
        </p:nvSpPr>
        <p:spPr>
          <a:xfrm>
            <a:off x="1621226" y="3362326"/>
            <a:ext cx="3317558" cy="228909"/>
          </a:xfrm>
          <a:prstGeom prst="rect">
            <a:avLst/>
          </a:prstGeom>
        </p:spPr>
        <p:txBody>
          <a:bodyPr vert="horz" wrap="square" lIns="0" tIns="9525" rIns="0" bIns="0" rtlCol="0">
            <a:spAutoFit/>
          </a:bodyPr>
          <a:lstStyle/>
          <a:p>
            <a:pPr marL="9525">
              <a:spcBef>
                <a:spcPts val="75"/>
              </a:spcBef>
            </a:pPr>
            <a:r>
              <a:rPr sz="1425" b="1" dirty="0">
                <a:solidFill>
                  <a:srgbClr val="B02E24"/>
                </a:solidFill>
                <a:latin typeface="Calibri"/>
                <a:cs typeface="Calibri"/>
                <a:hlinkClick r:id="rId4"/>
              </a:rPr>
              <a:t>Where</a:t>
            </a:r>
            <a:r>
              <a:rPr sz="1425" b="1" spc="-64" dirty="0">
                <a:solidFill>
                  <a:srgbClr val="B02E24"/>
                </a:solidFill>
                <a:latin typeface="Calibri"/>
                <a:cs typeface="Calibri"/>
                <a:hlinkClick r:id="rId4"/>
              </a:rPr>
              <a:t> </a:t>
            </a:r>
            <a:r>
              <a:rPr sz="1425" b="1" spc="-8" dirty="0">
                <a:solidFill>
                  <a:srgbClr val="B02E24"/>
                </a:solidFill>
                <a:latin typeface="Calibri"/>
                <a:cs typeface="Calibri"/>
                <a:hlinkClick r:id="rId4"/>
              </a:rPr>
              <a:t>Prospective</a:t>
            </a:r>
            <a:r>
              <a:rPr sz="1425" b="1" spc="-60" dirty="0">
                <a:solidFill>
                  <a:srgbClr val="B02E24"/>
                </a:solidFill>
                <a:latin typeface="Calibri"/>
                <a:cs typeface="Calibri"/>
                <a:hlinkClick r:id="rId4"/>
              </a:rPr>
              <a:t> </a:t>
            </a:r>
            <a:r>
              <a:rPr sz="1425" b="1" dirty="0">
                <a:solidFill>
                  <a:srgbClr val="B02E24"/>
                </a:solidFill>
                <a:latin typeface="Calibri"/>
                <a:cs typeface="Calibri"/>
                <a:hlinkClick r:id="rId4"/>
              </a:rPr>
              <a:t>Companions</a:t>
            </a:r>
            <a:r>
              <a:rPr sz="1425" b="1" spc="-60" dirty="0">
                <a:solidFill>
                  <a:srgbClr val="B02E24"/>
                </a:solidFill>
                <a:latin typeface="Calibri"/>
                <a:cs typeface="Calibri"/>
                <a:hlinkClick r:id="rId4"/>
              </a:rPr>
              <a:t> </a:t>
            </a:r>
            <a:r>
              <a:rPr sz="1425" b="1" dirty="0">
                <a:solidFill>
                  <a:srgbClr val="B02E24"/>
                </a:solidFill>
                <a:latin typeface="Calibri"/>
                <a:cs typeface="Calibri"/>
                <a:hlinkClick r:id="rId4"/>
              </a:rPr>
              <a:t>Come</a:t>
            </a:r>
            <a:r>
              <a:rPr sz="1425" b="1" spc="-60" dirty="0">
                <a:solidFill>
                  <a:srgbClr val="B02E24"/>
                </a:solidFill>
                <a:latin typeface="Calibri"/>
                <a:cs typeface="Calibri"/>
                <a:hlinkClick r:id="rId4"/>
              </a:rPr>
              <a:t> </a:t>
            </a:r>
            <a:r>
              <a:rPr sz="1425" b="1" spc="-15" dirty="0">
                <a:solidFill>
                  <a:srgbClr val="B02E24"/>
                </a:solidFill>
                <a:latin typeface="Calibri"/>
                <a:cs typeface="Calibri"/>
                <a:hlinkClick r:id="rId4"/>
              </a:rPr>
              <a:t>From</a:t>
            </a:r>
            <a:endParaRPr sz="1425">
              <a:latin typeface="Calibri"/>
              <a:cs typeface="Calibri"/>
            </a:endParaRPr>
          </a:p>
        </p:txBody>
      </p:sp>
      <p:grpSp>
        <p:nvGrpSpPr>
          <p:cNvPr id="6" name="object 6"/>
          <p:cNvGrpSpPr/>
          <p:nvPr/>
        </p:nvGrpSpPr>
        <p:grpSpPr>
          <a:xfrm>
            <a:off x="0" y="6246019"/>
            <a:ext cx="12192000" cy="611981"/>
            <a:chOff x="0" y="8328025"/>
            <a:chExt cx="16256000" cy="815975"/>
          </a:xfrm>
        </p:grpSpPr>
        <p:sp>
          <p:nvSpPr>
            <p:cNvPr id="7" name="object 7"/>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8" name="object 8"/>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9" name="object 9"/>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0" name="object 10"/>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1" name="object 11"/>
            <p:cNvPicPr/>
            <p:nvPr/>
          </p:nvPicPr>
          <p:blipFill>
            <a:blip r:embed="rId5" cstate="print"/>
            <a:stretch>
              <a:fillRect/>
            </a:stretch>
          </p:blipFill>
          <p:spPr>
            <a:xfrm>
              <a:off x="317500" y="8601503"/>
              <a:ext cx="610382" cy="250854"/>
            </a:xfrm>
            <a:prstGeom prst="rect">
              <a:avLst/>
            </a:prstGeom>
          </p:spPr>
        </p:pic>
        <p:sp>
          <p:nvSpPr>
            <p:cNvPr id="12" name="object 12"/>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13" name="object 13"/>
            <p:cNvPicPr/>
            <p:nvPr/>
          </p:nvPicPr>
          <p:blipFill>
            <a:blip r:embed="rId6" cstate="print"/>
            <a:stretch>
              <a:fillRect/>
            </a:stretch>
          </p:blipFill>
          <p:spPr>
            <a:xfrm>
              <a:off x="2385576" y="8601503"/>
              <a:ext cx="704542" cy="290622"/>
            </a:xfrm>
            <a:prstGeom prst="rect">
              <a:avLst/>
            </a:prstGeom>
          </p:spPr>
        </p:pic>
        <p:pic>
          <p:nvPicPr>
            <p:cNvPr id="14" name="object 14"/>
            <p:cNvPicPr/>
            <p:nvPr/>
          </p:nvPicPr>
          <p:blipFill>
            <a:blip r:embed="rId7" cstate="print"/>
            <a:stretch>
              <a:fillRect/>
            </a:stretch>
          </p:blipFill>
          <p:spPr>
            <a:xfrm>
              <a:off x="1505752" y="8642926"/>
              <a:ext cx="669089" cy="203733"/>
            </a:xfrm>
            <a:prstGeom prst="rect">
              <a:avLst/>
            </a:prstGeom>
          </p:spPr>
        </p:pic>
        <p:pic>
          <p:nvPicPr>
            <p:cNvPr id="15" name="object 15"/>
            <p:cNvPicPr/>
            <p:nvPr/>
          </p:nvPicPr>
          <p:blipFill>
            <a:blip r:embed="rId8" cstate="print"/>
            <a:stretch>
              <a:fillRect/>
            </a:stretch>
          </p:blipFill>
          <p:spPr>
            <a:xfrm>
              <a:off x="1138631" y="8575779"/>
              <a:ext cx="338035" cy="338035"/>
            </a:xfrm>
            <a:prstGeom prst="rect">
              <a:avLst/>
            </a:prstGeom>
          </p:spPr>
        </p:pic>
        <p:sp>
          <p:nvSpPr>
            <p:cNvPr id="16" name="object 16"/>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
        <p:nvSpPr>
          <p:cNvPr id="17" name="object 17"/>
          <p:cNvSpPr txBox="1">
            <a:spLocks noGrp="1"/>
          </p:cNvSpPr>
          <p:nvPr>
            <p:ph type="ftr" sz="quarter" idx="4294967295"/>
          </p:nvPr>
        </p:nvSpPr>
        <p:spPr>
          <a:xfrm>
            <a:off x="0" y="0"/>
            <a:ext cx="0" cy="2487861"/>
          </a:xfrm>
          <a:prstGeom prst="rect">
            <a:avLst/>
          </a:prstGeom>
        </p:spPr>
        <p:txBody>
          <a:bodyPr vert="horz" wrap="square" lIns="0" tIns="0" rIns="0" bIns="0" rtlCol="0">
            <a:spAutoFit/>
          </a:bodyPr>
          <a:lstStyle/>
          <a:p>
            <a:pPr marL="9525">
              <a:lnSpc>
                <a:spcPts val="1076"/>
              </a:lnSpc>
            </a:pPr>
            <a:r>
              <a:rPr dirty="0"/>
              <a:t>BACK</a:t>
            </a:r>
            <a:r>
              <a:rPr spc="-49" dirty="0"/>
              <a:t> </a:t>
            </a:r>
            <a:r>
              <a:rPr spc="-19" dirty="0"/>
              <a:t>TO</a:t>
            </a:r>
          </a:p>
          <a:p>
            <a:pPr marL="9525">
              <a:lnSpc>
                <a:spcPts val="1643"/>
              </a:lnSpc>
            </a:pPr>
            <a:r>
              <a:rPr sz="1425" spc="-8" dirty="0"/>
              <a:t>CONTENTS</a:t>
            </a:r>
            <a:endParaRPr sz="1425"/>
          </a:p>
        </p:txBody>
      </p:sp>
      <p:sp>
        <p:nvSpPr>
          <p:cNvPr id="18" name="object 18"/>
          <p:cNvSpPr txBox="1">
            <a:spLocks noGrp="1"/>
          </p:cNvSpPr>
          <p:nvPr>
            <p:ph type="sldNum" sz="quarter" idx="4294967295"/>
          </p:nvPr>
        </p:nvSpPr>
        <p:spPr>
          <a:xfrm>
            <a:off x="0" y="0"/>
            <a:ext cx="0" cy="846386"/>
          </a:xfrm>
          <a:prstGeom prst="rect">
            <a:avLst/>
          </a:prstGeom>
        </p:spPr>
        <p:txBody>
          <a:bodyPr vert="horz" wrap="square" lIns="0" tIns="0" rIns="0" bIns="0" rtlCol="0">
            <a:spAutoFit/>
          </a:bodyPr>
          <a:lstStyle/>
          <a:p>
            <a:pPr marL="9525">
              <a:lnSpc>
                <a:spcPts val="2213"/>
              </a:lnSpc>
            </a:pPr>
            <a:fld id="{81D60167-4931-47E6-BA6A-407CBD079E47}" type="slidenum">
              <a:rPr spc="-19" dirty="0"/>
              <a:pPr marL="9525">
                <a:lnSpc>
                  <a:spcPts val="2213"/>
                </a:lnSpc>
              </a:pPr>
              <a:t>12</a:t>
            </a:fld>
            <a:endParaRPr spc="-19" dirty="0"/>
          </a:p>
        </p:txBody>
      </p:sp>
    </p:spTree>
    <p:extLst>
      <p:ext uri="{BB962C8B-B14F-4D97-AF65-F5344CB8AC3E}">
        <p14:creationId xmlns:p14="http://schemas.microsoft.com/office/powerpoint/2010/main" val="1716982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7612-9AFA-B133-74E1-0F6575BEA4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C3D6C1-6854-FAE1-3ABC-0E1FB475DF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2756" y="-2193769"/>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2AAD2549-F103-93FE-3A7C-BD62C17C4829}"/>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2AAD2549-F103-93FE-3A7C-BD62C17C4829}"/>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5788688-F3E0-223C-D15D-73E780BB3DD4}"/>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75788688-F3E0-223C-D15D-73E780BB3DD4}"/>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E9960705-63AF-632D-734F-55283BB5EA29}"/>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E9960705-63AF-632D-734F-55283BB5EA29}"/>
                  </a:ext>
                </a:extLst>
              </p:cNvPr>
              <p:cNvPicPr/>
              <p:nvPr/>
            </p:nvPicPr>
            <p:blipFill>
              <a:blip r:embed="rId7"/>
              <a:stretch>
                <a:fillRect/>
              </a:stretch>
            </p:blipFill>
            <p:spPr>
              <a:xfrm>
                <a:off x="3517731" y="5860474"/>
                <a:ext cx="18000" cy="18000"/>
              </a:xfrm>
              <a:prstGeom prst="rect">
                <a:avLst/>
              </a:prstGeom>
            </p:spPr>
          </p:pic>
        </mc:Fallback>
      </mc:AlternateContent>
      <p:pic>
        <p:nvPicPr>
          <p:cNvPr id="3" name="Picture 2">
            <a:extLst>
              <a:ext uri="{FF2B5EF4-FFF2-40B4-BE49-F238E27FC236}">
                <a16:creationId xmlns:a16="http://schemas.microsoft.com/office/drawing/2014/main" id="{ADB0CDD0-0956-3B14-CA23-9ED980114646}"/>
              </a:ext>
            </a:extLst>
          </p:cNvPr>
          <p:cNvPicPr>
            <a:picLocks noChangeAspect="1"/>
          </p:cNvPicPr>
          <p:nvPr/>
        </p:nvPicPr>
        <p:blipFill>
          <a:blip r:embed="rId3" cstate="print">
            <a:extLst>
              <a:ext uri="{28A0092B-C50C-407E-A947-70E740481C1C}">
                <a14:useLocalDpi xmlns:a14="http://schemas.microsoft.com/office/drawing/2010/main" val="0"/>
              </a:ext>
            </a:extLst>
          </a:blip>
          <a:srcRect l="57824" t="64269" r="31565" b="17647"/>
          <a:stretch>
            <a:fillRect/>
          </a:stretch>
        </p:blipFill>
        <p:spPr>
          <a:xfrm>
            <a:off x="8254314" y="2026508"/>
            <a:ext cx="3038680" cy="4357355"/>
          </a:xfrm>
          <a:prstGeom prst="rect">
            <a:avLst/>
          </a:prstGeom>
        </p:spPr>
      </p:pic>
      <p:sp>
        <p:nvSpPr>
          <p:cNvPr id="5" name="Up Arrow 4">
            <a:extLst>
              <a:ext uri="{FF2B5EF4-FFF2-40B4-BE49-F238E27FC236}">
                <a16:creationId xmlns:a16="http://schemas.microsoft.com/office/drawing/2014/main" id="{8E8D6F51-4CBE-E505-AE12-E2CDB1C1ED22}"/>
              </a:ext>
            </a:extLst>
          </p:cNvPr>
          <p:cNvSpPr/>
          <p:nvPr/>
        </p:nvSpPr>
        <p:spPr>
          <a:xfrm rot="3890213">
            <a:off x="6229743" y="4352984"/>
            <a:ext cx="897544" cy="227995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0541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3" name="object 3"/>
          <p:cNvGrpSpPr/>
          <p:nvPr/>
        </p:nvGrpSpPr>
        <p:grpSpPr>
          <a:xfrm>
            <a:off x="1856292" y="854207"/>
            <a:ext cx="207169" cy="509588"/>
            <a:chOff x="2475056" y="1138943"/>
            <a:chExt cx="276225" cy="679450"/>
          </a:xfrm>
        </p:grpSpPr>
        <p:sp>
          <p:nvSpPr>
            <p:cNvPr id="4" name="object 4"/>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5" name="object 5"/>
            <p:cNvPicPr/>
            <p:nvPr/>
          </p:nvPicPr>
          <p:blipFill>
            <a:blip r:embed="rId3" cstate="print"/>
            <a:stretch>
              <a:fillRect/>
            </a:stretch>
          </p:blipFill>
          <p:spPr>
            <a:xfrm>
              <a:off x="2487756" y="1567174"/>
              <a:ext cx="250494" cy="238239"/>
            </a:xfrm>
            <a:prstGeom prst="rect">
              <a:avLst/>
            </a:prstGeom>
          </p:spPr>
        </p:pic>
        <p:sp>
          <p:nvSpPr>
            <p:cNvPr id="6" name="object 6"/>
            <p:cNvSpPr/>
            <p:nvPr/>
          </p:nvSpPr>
          <p:spPr>
            <a:xfrm>
              <a:off x="2487756" y="1567174"/>
              <a:ext cx="250825" cy="238760"/>
            </a:xfrm>
            <a:custGeom>
              <a:avLst/>
              <a:gdLst/>
              <a:ahLst/>
              <a:cxnLst/>
              <a:rect l="l" t="t" r="r" b="b"/>
              <a:pathLst>
                <a:path w="250825" h="238760">
                  <a:moveTo>
                    <a:pt x="135521" y="4127"/>
                  </a:moveTo>
                  <a:lnTo>
                    <a:pt x="129844" y="0"/>
                  </a:lnTo>
                  <a:lnTo>
                    <a:pt x="120649" y="0"/>
                  </a:lnTo>
                  <a:lnTo>
                    <a:pt x="114973" y="4127"/>
                  </a:lnTo>
                  <a:lnTo>
                    <a:pt x="8521" y="81470"/>
                  </a:lnTo>
                  <a:lnTo>
                    <a:pt x="2844" y="85585"/>
                  </a:lnTo>
                  <a:lnTo>
                    <a:pt x="0" y="94348"/>
                  </a:lnTo>
                  <a:lnTo>
                    <a:pt x="2171" y="101015"/>
                  </a:lnTo>
                  <a:lnTo>
                    <a:pt x="42837" y="226148"/>
                  </a:lnTo>
                  <a:lnTo>
                    <a:pt x="44996" y="232829"/>
                  </a:lnTo>
                  <a:lnTo>
                    <a:pt x="52438" y="238239"/>
                  </a:lnTo>
                  <a:lnTo>
                    <a:pt x="59461" y="238239"/>
                  </a:lnTo>
                  <a:lnTo>
                    <a:pt x="191033" y="238239"/>
                  </a:lnTo>
                  <a:lnTo>
                    <a:pt x="198056" y="238239"/>
                  </a:lnTo>
                  <a:lnTo>
                    <a:pt x="205498" y="232829"/>
                  </a:lnTo>
                  <a:lnTo>
                    <a:pt x="207657" y="226148"/>
                  </a:lnTo>
                  <a:lnTo>
                    <a:pt x="248323" y="101015"/>
                  </a:lnTo>
                  <a:lnTo>
                    <a:pt x="250494" y="94348"/>
                  </a:lnTo>
                  <a:lnTo>
                    <a:pt x="247649" y="85585"/>
                  </a:lnTo>
                  <a:lnTo>
                    <a:pt x="241973" y="81470"/>
                  </a:lnTo>
                  <a:lnTo>
                    <a:pt x="135521" y="4127"/>
                  </a:lnTo>
                  <a:close/>
                </a:path>
              </a:pathLst>
            </a:custGeom>
            <a:ln w="25399">
              <a:solidFill>
                <a:srgbClr val="B02E24"/>
              </a:solidFill>
            </a:ln>
          </p:spPr>
          <p:txBody>
            <a:bodyPr wrap="square" lIns="0" tIns="0" rIns="0" bIns="0" rtlCol="0"/>
            <a:lstStyle/>
            <a:p>
              <a:endParaRPr sz="1350"/>
            </a:p>
          </p:txBody>
        </p:sp>
      </p:grpSp>
      <p:sp>
        <p:nvSpPr>
          <p:cNvPr id="7" name="object 7"/>
          <p:cNvSpPr txBox="1"/>
          <p:nvPr/>
        </p:nvSpPr>
        <p:spPr>
          <a:xfrm>
            <a:off x="333375" y="763505"/>
            <a:ext cx="5905976" cy="4773743"/>
          </a:xfrm>
          <a:prstGeom prst="rect">
            <a:avLst/>
          </a:prstGeom>
        </p:spPr>
        <p:txBody>
          <a:bodyPr vert="horz" wrap="square" lIns="0" tIns="9525" rIns="0" bIns="0" rtlCol="0">
            <a:spAutoFit/>
          </a:bodyPr>
          <a:lstStyle/>
          <a:p>
            <a:pPr marL="1758315">
              <a:spcBef>
                <a:spcPts val="75"/>
              </a:spcBef>
            </a:pPr>
            <a:r>
              <a:rPr sz="2250" b="1" dirty="0">
                <a:latin typeface="Calibri"/>
                <a:cs typeface="Calibri"/>
              </a:rPr>
              <a:t>Screening</a:t>
            </a:r>
            <a:r>
              <a:rPr sz="2250" b="1" spc="-109" dirty="0">
                <a:latin typeface="Calibri"/>
                <a:cs typeface="Calibri"/>
              </a:rPr>
              <a:t> </a:t>
            </a:r>
            <a:r>
              <a:rPr sz="2250" b="1" spc="-8" dirty="0">
                <a:latin typeface="Calibri"/>
                <a:cs typeface="Calibri"/>
              </a:rPr>
              <a:t>Prospective</a:t>
            </a:r>
            <a:r>
              <a:rPr sz="2250" b="1" spc="-105" dirty="0">
                <a:latin typeface="Calibri"/>
                <a:cs typeface="Calibri"/>
              </a:rPr>
              <a:t> </a:t>
            </a:r>
            <a:r>
              <a:rPr sz="2250" b="1" spc="-8" dirty="0">
                <a:latin typeface="Calibri"/>
                <a:cs typeface="Calibri"/>
              </a:rPr>
              <a:t>Companions</a:t>
            </a:r>
            <a:endParaRPr sz="2250">
              <a:latin typeface="Calibri"/>
              <a:cs typeface="Calibri"/>
            </a:endParaRPr>
          </a:p>
          <a:p>
            <a:pPr marL="1782128">
              <a:spcBef>
                <a:spcPts val="75"/>
              </a:spcBef>
            </a:pPr>
            <a:r>
              <a:rPr sz="1875" dirty="0">
                <a:latin typeface="Calibri"/>
                <a:cs typeface="Calibri"/>
              </a:rPr>
              <a:t>The</a:t>
            </a:r>
            <a:r>
              <a:rPr sz="1875" spc="-38" dirty="0">
                <a:latin typeface="Calibri"/>
                <a:cs typeface="Calibri"/>
              </a:rPr>
              <a:t> </a:t>
            </a:r>
            <a:r>
              <a:rPr sz="1875" dirty="0">
                <a:latin typeface="Calibri"/>
                <a:cs typeface="Calibri"/>
              </a:rPr>
              <a:t>Right</a:t>
            </a:r>
            <a:r>
              <a:rPr sz="1875" spc="-38" dirty="0">
                <a:latin typeface="Calibri"/>
                <a:cs typeface="Calibri"/>
              </a:rPr>
              <a:t> </a:t>
            </a:r>
            <a:r>
              <a:rPr sz="1875" spc="-8" dirty="0">
                <a:latin typeface="Calibri"/>
                <a:cs typeface="Calibri"/>
              </a:rPr>
              <a:t>Chapter</a:t>
            </a:r>
            <a:endParaRPr sz="1875">
              <a:latin typeface="Calibri"/>
              <a:cs typeface="Calibri"/>
            </a:endParaRPr>
          </a:p>
          <a:p>
            <a:pPr>
              <a:spcBef>
                <a:spcPts val="611"/>
              </a:spcBef>
            </a:pPr>
            <a:endParaRPr sz="1875">
              <a:latin typeface="Calibri"/>
              <a:cs typeface="Calibri"/>
            </a:endParaRPr>
          </a:p>
          <a:p>
            <a:pPr marL="9525" marR="280988">
              <a:lnSpc>
                <a:spcPct val="125000"/>
              </a:lnSpc>
            </a:pPr>
            <a:r>
              <a:rPr sz="1500" dirty="0">
                <a:latin typeface="Calibri"/>
                <a:cs typeface="Calibri"/>
              </a:rPr>
              <a:t>Continuing</a:t>
            </a:r>
            <a:r>
              <a:rPr sz="1500" spc="-30" dirty="0">
                <a:latin typeface="Calibri"/>
                <a:cs typeface="Calibri"/>
              </a:rPr>
              <a:t> </a:t>
            </a:r>
            <a:r>
              <a:rPr sz="1500" dirty="0">
                <a:latin typeface="Calibri"/>
                <a:cs typeface="Calibri"/>
              </a:rPr>
              <a:t>your</a:t>
            </a:r>
            <a:r>
              <a:rPr sz="1500" spc="-26" dirty="0">
                <a:latin typeface="Calibri"/>
                <a:cs typeface="Calibri"/>
              </a:rPr>
              <a:t> </a:t>
            </a:r>
            <a:r>
              <a:rPr sz="1500" dirty="0">
                <a:latin typeface="Calibri"/>
                <a:cs typeface="Calibri"/>
              </a:rPr>
              <a:t>journey</a:t>
            </a:r>
            <a:r>
              <a:rPr sz="1500" spc="-26" dirty="0">
                <a:latin typeface="Calibri"/>
                <a:cs typeface="Calibri"/>
              </a:rPr>
              <a:t> </a:t>
            </a:r>
            <a:r>
              <a:rPr sz="1500" dirty="0">
                <a:latin typeface="Calibri"/>
                <a:cs typeface="Calibri"/>
              </a:rPr>
              <a:t>as</a:t>
            </a:r>
            <a:r>
              <a:rPr sz="1500" spc="-30" dirty="0">
                <a:latin typeface="Calibri"/>
                <a:cs typeface="Calibri"/>
              </a:rPr>
              <a:t> </a:t>
            </a:r>
            <a:r>
              <a:rPr sz="1500" dirty="0">
                <a:latin typeface="Calibri"/>
                <a:cs typeface="Calibri"/>
              </a:rPr>
              <a:t>a</a:t>
            </a:r>
            <a:r>
              <a:rPr sz="1500" spc="-30" dirty="0">
                <a:latin typeface="Calibri"/>
                <a:cs typeface="Calibri"/>
              </a:rPr>
              <a:t> </a:t>
            </a:r>
            <a:r>
              <a:rPr sz="1500" spc="-8" dirty="0">
                <a:latin typeface="Calibri"/>
                <a:cs typeface="Calibri"/>
              </a:rPr>
              <a:t>Freemason</a:t>
            </a:r>
            <a:r>
              <a:rPr sz="1500" spc="-30" dirty="0">
                <a:latin typeface="Calibri"/>
                <a:cs typeface="Calibri"/>
              </a:rPr>
              <a:t> </a:t>
            </a:r>
            <a:r>
              <a:rPr sz="1500" dirty="0">
                <a:latin typeface="Calibri"/>
                <a:cs typeface="Calibri"/>
              </a:rPr>
              <a:t>and</a:t>
            </a:r>
            <a:r>
              <a:rPr sz="1500" spc="-30" dirty="0">
                <a:latin typeface="Calibri"/>
                <a:cs typeface="Calibri"/>
              </a:rPr>
              <a:t> </a:t>
            </a:r>
            <a:r>
              <a:rPr sz="1500" dirty="0">
                <a:latin typeface="Calibri"/>
                <a:cs typeface="Calibri"/>
              </a:rPr>
              <a:t>joining</a:t>
            </a:r>
            <a:r>
              <a:rPr sz="1500" spc="-26" dirty="0">
                <a:latin typeface="Calibri"/>
                <a:cs typeface="Calibri"/>
              </a:rPr>
              <a:t> </a:t>
            </a:r>
            <a:r>
              <a:rPr sz="1500" dirty="0">
                <a:latin typeface="Calibri"/>
                <a:cs typeface="Calibri"/>
              </a:rPr>
              <a:t>a</a:t>
            </a:r>
            <a:r>
              <a:rPr sz="1500" spc="-30" dirty="0">
                <a:latin typeface="Calibri"/>
                <a:cs typeface="Calibri"/>
              </a:rPr>
              <a:t> </a:t>
            </a:r>
            <a:r>
              <a:rPr sz="1500" dirty="0">
                <a:latin typeface="Calibri"/>
                <a:cs typeface="Calibri"/>
              </a:rPr>
              <a:t>Chapter</a:t>
            </a:r>
            <a:r>
              <a:rPr sz="1500" spc="-26"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seen</a:t>
            </a:r>
            <a:r>
              <a:rPr sz="1500" spc="-30" dirty="0">
                <a:latin typeface="Calibri"/>
                <a:cs typeface="Calibri"/>
              </a:rPr>
              <a:t> </a:t>
            </a:r>
            <a:r>
              <a:rPr sz="1500" spc="-19" dirty="0">
                <a:latin typeface="Calibri"/>
                <a:cs typeface="Calibri"/>
              </a:rPr>
              <a:t>by </a:t>
            </a:r>
            <a:r>
              <a:rPr sz="1500" dirty="0">
                <a:latin typeface="Calibri"/>
                <a:cs typeface="Calibri"/>
              </a:rPr>
              <a:t>many</a:t>
            </a:r>
            <a:r>
              <a:rPr sz="1500" spc="-30" dirty="0">
                <a:latin typeface="Calibri"/>
                <a:cs typeface="Calibri"/>
              </a:rPr>
              <a:t> </a:t>
            </a:r>
            <a:r>
              <a:rPr sz="1500" dirty="0">
                <a:latin typeface="Calibri"/>
                <a:cs typeface="Calibri"/>
              </a:rPr>
              <a:t>as</a:t>
            </a:r>
            <a:r>
              <a:rPr sz="1500" spc="-30" dirty="0">
                <a:latin typeface="Calibri"/>
                <a:cs typeface="Calibri"/>
              </a:rPr>
              <a:t> </a:t>
            </a:r>
            <a:r>
              <a:rPr sz="1500" dirty="0">
                <a:latin typeface="Calibri"/>
                <a:cs typeface="Calibri"/>
              </a:rPr>
              <a:t>a</a:t>
            </a:r>
            <a:r>
              <a:rPr sz="1500" spc="-30" dirty="0">
                <a:latin typeface="Calibri"/>
                <a:cs typeface="Calibri"/>
              </a:rPr>
              <a:t> </a:t>
            </a:r>
            <a:r>
              <a:rPr sz="1500" dirty="0">
                <a:latin typeface="Calibri"/>
                <a:cs typeface="Calibri"/>
              </a:rPr>
              <a:t>logical</a:t>
            </a:r>
            <a:r>
              <a:rPr sz="1500" spc="-30" dirty="0">
                <a:latin typeface="Calibri"/>
                <a:cs typeface="Calibri"/>
              </a:rPr>
              <a:t> </a:t>
            </a:r>
            <a:r>
              <a:rPr sz="1500" spc="-8" dirty="0">
                <a:latin typeface="Calibri"/>
                <a:cs typeface="Calibri"/>
              </a:rPr>
              <a:t>progression</a:t>
            </a:r>
            <a:r>
              <a:rPr sz="1500" spc="-30" dirty="0">
                <a:latin typeface="Calibri"/>
                <a:cs typeface="Calibri"/>
              </a:rPr>
              <a:t> </a:t>
            </a:r>
            <a:r>
              <a:rPr sz="1500" dirty="0">
                <a:latin typeface="Calibri"/>
                <a:cs typeface="Calibri"/>
              </a:rPr>
              <a:t>on</a:t>
            </a:r>
            <a:r>
              <a:rPr sz="1500" spc="-26" dirty="0">
                <a:latin typeface="Calibri"/>
                <a:cs typeface="Calibri"/>
              </a:rPr>
              <a:t> </a:t>
            </a:r>
            <a:r>
              <a:rPr sz="1500" dirty="0">
                <a:latin typeface="Calibri"/>
                <a:cs typeface="Calibri"/>
              </a:rPr>
              <a:t>your</a:t>
            </a:r>
            <a:r>
              <a:rPr sz="1500" spc="-30" dirty="0">
                <a:latin typeface="Calibri"/>
                <a:cs typeface="Calibri"/>
              </a:rPr>
              <a:t> </a:t>
            </a:r>
            <a:r>
              <a:rPr sz="1500" dirty="0">
                <a:latin typeface="Calibri"/>
                <a:cs typeface="Calibri"/>
              </a:rPr>
              <a:t>journey</a:t>
            </a:r>
            <a:r>
              <a:rPr sz="1500" spc="-26"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learning</a:t>
            </a:r>
            <a:r>
              <a:rPr sz="1500" spc="-26" dirty="0">
                <a:latin typeface="Calibri"/>
                <a:cs typeface="Calibri"/>
              </a:rPr>
              <a:t> </a:t>
            </a:r>
            <a:r>
              <a:rPr sz="1500" dirty="0">
                <a:latin typeface="Calibri"/>
                <a:cs typeface="Calibri"/>
              </a:rPr>
              <a:t>and</a:t>
            </a:r>
            <a:r>
              <a:rPr sz="1500" spc="-30" dirty="0">
                <a:latin typeface="Calibri"/>
                <a:cs typeface="Calibri"/>
              </a:rPr>
              <a:t> </a:t>
            </a:r>
            <a:r>
              <a:rPr sz="1500" spc="-8" dirty="0">
                <a:latin typeface="Calibri"/>
                <a:cs typeface="Calibri"/>
              </a:rPr>
              <a:t>discovery.</a:t>
            </a:r>
            <a:endParaRPr sz="1500">
              <a:latin typeface="Calibri"/>
              <a:cs typeface="Calibri"/>
            </a:endParaRPr>
          </a:p>
          <a:p>
            <a:pPr marL="9525" marR="27146">
              <a:lnSpc>
                <a:spcPct val="125000"/>
              </a:lnSpc>
              <a:spcBef>
                <a:spcPts val="1500"/>
              </a:spcBef>
            </a:pPr>
            <a:r>
              <a:rPr sz="1500" spc="-19" dirty="0">
                <a:latin typeface="Calibri"/>
                <a:cs typeface="Calibri"/>
              </a:rPr>
              <a:t>Unfortunately,</a:t>
            </a:r>
            <a:r>
              <a:rPr sz="1500" spc="-38" dirty="0">
                <a:latin typeface="Calibri"/>
                <a:cs typeface="Calibri"/>
              </a:rPr>
              <a:t> </a:t>
            </a:r>
            <a:r>
              <a:rPr sz="1500" dirty="0">
                <a:latin typeface="Calibri"/>
                <a:cs typeface="Calibri"/>
              </a:rPr>
              <a:t>errors</a:t>
            </a:r>
            <a:r>
              <a:rPr sz="1500" spc="-41" dirty="0">
                <a:latin typeface="Calibri"/>
                <a:cs typeface="Calibri"/>
              </a:rPr>
              <a:t> </a:t>
            </a:r>
            <a:r>
              <a:rPr sz="1500" dirty="0">
                <a:latin typeface="Calibri"/>
                <a:cs typeface="Calibri"/>
              </a:rPr>
              <a:t>by</a:t>
            </a:r>
            <a:r>
              <a:rPr sz="1500" spc="-38" dirty="0">
                <a:latin typeface="Calibri"/>
                <a:cs typeface="Calibri"/>
              </a:rPr>
              <a:t> </a:t>
            </a:r>
            <a:r>
              <a:rPr sz="1500" spc="-8" dirty="0">
                <a:latin typeface="Calibri"/>
                <a:cs typeface="Calibri"/>
              </a:rPr>
              <a:t>well-</a:t>
            </a:r>
            <a:r>
              <a:rPr sz="1500" dirty="0">
                <a:latin typeface="Calibri"/>
                <a:cs typeface="Calibri"/>
              </a:rPr>
              <a:t>meaning</a:t>
            </a:r>
            <a:r>
              <a:rPr sz="1500" spc="-38" dirty="0">
                <a:latin typeface="Calibri"/>
                <a:cs typeface="Calibri"/>
              </a:rPr>
              <a:t> </a:t>
            </a:r>
            <a:r>
              <a:rPr sz="1500" spc="-8" dirty="0">
                <a:latin typeface="Calibri"/>
                <a:cs typeface="Calibri"/>
              </a:rPr>
              <a:t>Royal</a:t>
            </a:r>
            <a:r>
              <a:rPr sz="1500" spc="-41" dirty="0">
                <a:latin typeface="Calibri"/>
                <a:cs typeface="Calibri"/>
              </a:rPr>
              <a:t> </a:t>
            </a:r>
            <a:r>
              <a:rPr sz="1500" dirty="0">
                <a:latin typeface="Calibri"/>
                <a:cs typeface="Calibri"/>
              </a:rPr>
              <a:t>Arch</a:t>
            </a:r>
            <a:r>
              <a:rPr sz="1500" spc="-38" dirty="0">
                <a:latin typeface="Calibri"/>
                <a:cs typeface="Calibri"/>
              </a:rPr>
              <a:t> </a:t>
            </a:r>
            <a:r>
              <a:rPr sz="1500" spc="-15" dirty="0">
                <a:latin typeface="Calibri"/>
                <a:cs typeface="Calibri"/>
              </a:rPr>
              <a:t>Representatives</a:t>
            </a:r>
            <a:r>
              <a:rPr sz="1500" spc="-41" dirty="0">
                <a:latin typeface="Calibri"/>
                <a:cs typeface="Calibri"/>
              </a:rPr>
              <a:t> </a:t>
            </a:r>
            <a:r>
              <a:rPr sz="1500" spc="-8" dirty="0">
                <a:latin typeface="Calibri"/>
                <a:cs typeface="Calibri"/>
              </a:rPr>
              <a:t>confusing encouragement</a:t>
            </a:r>
            <a:r>
              <a:rPr sz="1500" spc="-64" dirty="0">
                <a:latin typeface="Calibri"/>
                <a:cs typeface="Calibri"/>
              </a:rPr>
              <a:t> </a:t>
            </a:r>
            <a:r>
              <a:rPr sz="1500" dirty="0">
                <a:latin typeface="Calibri"/>
                <a:cs typeface="Calibri"/>
              </a:rPr>
              <a:t>with</a:t>
            </a:r>
            <a:r>
              <a:rPr sz="1500" spc="-60" dirty="0">
                <a:latin typeface="Calibri"/>
                <a:cs typeface="Calibri"/>
              </a:rPr>
              <a:t> </a:t>
            </a:r>
            <a:r>
              <a:rPr sz="1500" dirty="0">
                <a:latin typeface="Calibri"/>
                <a:cs typeface="Calibri"/>
              </a:rPr>
              <a:t>pressuring</a:t>
            </a:r>
            <a:r>
              <a:rPr sz="1500" spc="-56" dirty="0">
                <a:latin typeface="Calibri"/>
                <a:cs typeface="Calibri"/>
              </a:rPr>
              <a:t> </a:t>
            </a:r>
            <a:r>
              <a:rPr sz="1500" dirty="0">
                <a:latin typeface="Calibri"/>
                <a:cs typeface="Calibri"/>
              </a:rPr>
              <a:t>may</a:t>
            </a:r>
            <a:r>
              <a:rPr sz="1500" spc="-60" dirty="0">
                <a:latin typeface="Calibri"/>
                <a:cs typeface="Calibri"/>
              </a:rPr>
              <a:t> </a:t>
            </a:r>
            <a:r>
              <a:rPr sz="1500" dirty="0">
                <a:latin typeface="Calibri"/>
                <a:cs typeface="Calibri"/>
              </a:rPr>
              <a:t>have</a:t>
            </a:r>
            <a:r>
              <a:rPr sz="1500" spc="-56" dirty="0">
                <a:latin typeface="Calibri"/>
                <a:cs typeface="Calibri"/>
              </a:rPr>
              <a:t> </a:t>
            </a:r>
            <a:r>
              <a:rPr sz="1500" spc="-8" dirty="0">
                <a:latin typeface="Calibri"/>
                <a:cs typeface="Calibri"/>
              </a:rPr>
              <a:t>blinkered</a:t>
            </a:r>
            <a:r>
              <a:rPr sz="1500" spc="-60" dirty="0">
                <a:latin typeface="Calibri"/>
                <a:cs typeface="Calibri"/>
              </a:rPr>
              <a:t> </a:t>
            </a:r>
            <a:r>
              <a:rPr sz="1500" dirty="0">
                <a:latin typeface="Calibri"/>
                <a:cs typeface="Calibri"/>
              </a:rPr>
              <a:t>some</a:t>
            </a:r>
            <a:r>
              <a:rPr sz="1500" spc="-56" dirty="0">
                <a:latin typeface="Calibri"/>
                <a:cs typeface="Calibri"/>
              </a:rPr>
              <a:t> </a:t>
            </a:r>
            <a:r>
              <a:rPr sz="1500" spc="-8" dirty="0">
                <a:latin typeface="Calibri"/>
                <a:cs typeface="Calibri"/>
              </a:rPr>
              <a:t>individuals’ perception</a:t>
            </a:r>
            <a:r>
              <a:rPr sz="1500" spc="-34" dirty="0">
                <a:latin typeface="Calibri"/>
                <a:cs typeface="Calibri"/>
              </a:rPr>
              <a:t> </a:t>
            </a:r>
            <a:r>
              <a:rPr sz="1500" dirty="0">
                <a:latin typeface="Calibri"/>
                <a:cs typeface="Calibri"/>
              </a:rPr>
              <a:t>of</a:t>
            </a:r>
            <a:r>
              <a:rPr sz="1500" spc="-34" dirty="0">
                <a:latin typeface="Calibri"/>
                <a:cs typeface="Calibri"/>
              </a:rPr>
              <a:t> </a:t>
            </a:r>
            <a:r>
              <a:rPr sz="1500" dirty="0">
                <a:latin typeface="Calibri"/>
                <a:cs typeface="Calibri"/>
              </a:rPr>
              <a:t>the</a:t>
            </a:r>
            <a:r>
              <a:rPr sz="1500" spc="-30" dirty="0">
                <a:latin typeface="Calibri"/>
                <a:cs typeface="Calibri"/>
              </a:rPr>
              <a:t> </a:t>
            </a:r>
            <a:r>
              <a:rPr sz="1500" spc="-8" dirty="0">
                <a:latin typeface="Calibri"/>
                <a:cs typeface="Calibri"/>
              </a:rPr>
              <a:t>Royal</a:t>
            </a:r>
            <a:r>
              <a:rPr sz="1500" spc="-34" dirty="0">
                <a:latin typeface="Calibri"/>
                <a:cs typeface="Calibri"/>
              </a:rPr>
              <a:t> </a:t>
            </a:r>
            <a:r>
              <a:rPr sz="1500" spc="-8" dirty="0">
                <a:latin typeface="Calibri"/>
                <a:cs typeface="Calibri"/>
              </a:rPr>
              <a:t>Arch.</a:t>
            </a:r>
            <a:endParaRPr sz="1500">
              <a:latin typeface="Calibri"/>
              <a:cs typeface="Calibri"/>
            </a:endParaRPr>
          </a:p>
          <a:p>
            <a:pPr marL="9525" marR="190976">
              <a:lnSpc>
                <a:spcPct val="125000"/>
              </a:lnSpc>
              <a:spcBef>
                <a:spcPts val="1500"/>
              </a:spcBef>
            </a:pPr>
            <a:r>
              <a:rPr sz="1500" dirty="0">
                <a:latin typeface="Calibri"/>
                <a:cs typeface="Calibri"/>
              </a:rPr>
              <a:t>This</a:t>
            </a:r>
            <a:r>
              <a:rPr sz="1500" spc="-38"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be</a:t>
            </a:r>
            <a:r>
              <a:rPr sz="1500" spc="-34" dirty="0">
                <a:latin typeface="Calibri"/>
                <a:cs typeface="Calibri"/>
              </a:rPr>
              <a:t> </a:t>
            </a:r>
            <a:r>
              <a:rPr sz="1500" dirty="0">
                <a:latin typeface="Calibri"/>
                <a:cs typeface="Calibri"/>
              </a:rPr>
              <a:t>further</a:t>
            </a:r>
            <a:r>
              <a:rPr sz="1500" spc="-34" dirty="0">
                <a:latin typeface="Calibri"/>
                <a:cs typeface="Calibri"/>
              </a:rPr>
              <a:t> </a:t>
            </a:r>
            <a:r>
              <a:rPr sz="1500" dirty="0">
                <a:latin typeface="Calibri"/>
                <a:cs typeface="Calibri"/>
              </a:rPr>
              <a:t>compounded</a:t>
            </a:r>
            <a:r>
              <a:rPr sz="1500" spc="-38" dirty="0">
                <a:latin typeface="Calibri"/>
                <a:cs typeface="Calibri"/>
              </a:rPr>
              <a:t> </a:t>
            </a:r>
            <a:r>
              <a:rPr sz="1500" dirty="0">
                <a:latin typeface="Calibri"/>
                <a:cs typeface="Calibri"/>
              </a:rPr>
              <a:t>by</a:t>
            </a:r>
            <a:r>
              <a:rPr sz="1500" spc="-34"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reality</a:t>
            </a:r>
            <a:r>
              <a:rPr sz="1500" spc="-34" dirty="0">
                <a:latin typeface="Calibri"/>
                <a:cs typeface="Calibri"/>
              </a:rPr>
              <a:t> </a:t>
            </a:r>
            <a:r>
              <a:rPr sz="1500" dirty="0">
                <a:latin typeface="Calibri"/>
                <a:cs typeface="Calibri"/>
              </a:rPr>
              <a:t>that</a:t>
            </a:r>
            <a:r>
              <a:rPr sz="1500" spc="-38" dirty="0">
                <a:latin typeface="Calibri"/>
                <a:cs typeface="Calibri"/>
              </a:rPr>
              <a:t> </a:t>
            </a:r>
            <a:r>
              <a:rPr sz="1500" dirty="0">
                <a:latin typeface="Calibri"/>
                <a:cs typeface="Calibri"/>
              </a:rPr>
              <a:t>owing</a:t>
            </a:r>
            <a:r>
              <a:rPr sz="1500" spc="-34"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absence</a:t>
            </a:r>
            <a:r>
              <a:rPr sz="1500" spc="-34" dirty="0">
                <a:latin typeface="Calibri"/>
                <a:cs typeface="Calibri"/>
              </a:rPr>
              <a:t> </a:t>
            </a:r>
            <a:r>
              <a:rPr sz="1500" spc="-19" dirty="0">
                <a:latin typeface="Calibri"/>
                <a:cs typeface="Calibri"/>
              </a:rPr>
              <a:t>of </a:t>
            </a:r>
            <a:r>
              <a:rPr sz="1500" dirty="0">
                <a:latin typeface="Calibri"/>
                <a:cs typeface="Calibri"/>
              </a:rPr>
              <a:t>mentoring</a:t>
            </a:r>
            <a:r>
              <a:rPr sz="1500" spc="-41" dirty="0">
                <a:latin typeface="Calibri"/>
                <a:cs typeface="Calibri"/>
              </a:rPr>
              <a:t> </a:t>
            </a:r>
            <a:r>
              <a:rPr sz="1500" dirty="0">
                <a:latin typeface="Calibri"/>
                <a:cs typeface="Calibri"/>
              </a:rPr>
              <a:t>as</a:t>
            </a:r>
            <a:r>
              <a:rPr sz="1500" spc="-41" dirty="0">
                <a:latin typeface="Calibri"/>
                <a:cs typeface="Calibri"/>
              </a:rPr>
              <a:t> </a:t>
            </a:r>
            <a:r>
              <a:rPr sz="1500" dirty="0">
                <a:latin typeface="Calibri"/>
                <a:cs typeface="Calibri"/>
              </a:rPr>
              <a:t>a</a:t>
            </a:r>
            <a:r>
              <a:rPr sz="1500" spc="-41" dirty="0">
                <a:latin typeface="Calibri"/>
                <a:cs typeface="Calibri"/>
              </a:rPr>
              <a:t> </a:t>
            </a:r>
            <a:r>
              <a:rPr sz="1500" dirty="0">
                <a:latin typeface="Calibri"/>
                <a:cs typeface="Calibri"/>
              </a:rPr>
              <a:t>new</a:t>
            </a:r>
            <a:r>
              <a:rPr sz="1500" spc="-38" dirty="0">
                <a:latin typeface="Calibri"/>
                <a:cs typeface="Calibri"/>
              </a:rPr>
              <a:t> </a:t>
            </a:r>
            <a:r>
              <a:rPr sz="1500" dirty="0">
                <a:latin typeface="Calibri"/>
                <a:cs typeface="Calibri"/>
              </a:rPr>
              <a:t>Companion</a:t>
            </a:r>
            <a:r>
              <a:rPr sz="1500" spc="-41" dirty="0">
                <a:latin typeface="Calibri"/>
                <a:cs typeface="Calibri"/>
              </a:rPr>
              <a:t> </a:t>
            </a:r>
            <a:r>
              <a:rPr sz="1500" dirty="0">
                <a:latin typeface="Calibri"/>
                <a:cs typeface="Calibri"/>
              </a:rPr>
              <a:t>they</a:t>
            </a:r>
            <a:r>
              <a:rPr sz="1500" spc="-41" dirty="0">
                <a:latin typeface="Calibri"/>
                <a:cs typeface="Calibri"/>
              </a:rPr>
              <a:t> </a:t>
            </a:r>
            <a:r>
              <a:rPr sz="1500" dirty="0">
                <a:latin typeface="Calibri"/>
                <a:cs typeface="Calibri"/>
              </a:rPr>
              <a:t>fail</a:t>
            </a:r>
            <a:r>
              <a:rPr sz="1500" spc="-41" dirty="0">
                <a:latin typeface="Calibri"/>
                <a:cs typeface="Calibri"/>
              </a:rPr>
              <a:t> </a:t>
            </a:r>
            <a:r>
              <a:rPr sz="1500" dirty="0">
                <a:latin typeface="Calibri"/>
                <a:cs typeface="Calibri"/>
              </a:rPr>
              <a:t>to</a:t>
            </a:r>
            <a:r>
              <a:rPr sz="1500" spc="-41" dirty="0">
                <a:latin typeface="Calibri"/>
                <a:cs typeface="Calibri"/>
              </a:rPr>
              <a:t> </a:t>
            </a:r>
            <a:r>
              <a:rPr sz="1500" spc="-8" dirty="0">
                <a:latin typeface="Calibri"/>
                <a:cs typeface="Calibri"/>
              </a:rPr>
              <a:t>understand</a:t>
            </a:r>
            <a:r>
              <a:rPr sz="1500" spc="-41"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significance</a:t>
            </a:r>
            <a:r>
              <a:rPr sz="1500" spc="-41" dirty="0">
                <a:latin typeface="Calibri"/>
                <a:cs typeface="Calibri"/>
              </a:rPr>
              <a:t> </a:t>
            </a:r>
            <a:r>
              <a:rPr sz="1500" spc="-19" dirty="0">
                <a:latin typeface="Calibri"/>
                <a:cs typeface="Calibri"/>
              </a:rPr>
              <a:t>of </a:t>
            </a:r>
            <a:r>
              <a:rPr sz="1500" spc="-8" dirty="0">
                <a:latin typeface="Calibri"/>
                <a:cs typeface="Calibri"/>
              </a:rPr>
              <a:t>symbolism</a:t>
            </a:r>
            <a:r>
              <a:rPr sz="1500" spc="-45" dirty="0">
                <a:latin typeface="Calibri"/>
                <a:cs typeface="Calibri"/>
              </a:rPr>
              <a:t> </a:t>
            </a:r>
            <a:r>
              <a:rPr sz="1500" dirty="0">
                <a:latin typeface="Calibri"/>
                <a:cs typeface="Calibri"/>
              </a:rPr>
              <a:t>they</a:t>
            </a:r>
            <a:r>
              <a:rPr sz="1500" spc="-41" dirty="0">
                <a:latin typeface="Calibri"/>
                <a:cs typeface="Calibri"/>
              </a:rPr>
              <a:t> </a:t>
            </a:r>
            <a:r>
              <a:rPr sz="1500" dirty="0">
                <a:latin typeface="Calibri"/>
                <a:cs typeface="Calibri"/>
              </a:rPr>
              <a:t>have</a:t>
            </a:r>
            <a:r>
              <a:rPr sz="1500" spc="-41" dirty="0">
                <a:latin typeface="Calibri"/>
                <a:cs typeface="Calibri"/>
              </a:rPr>
              <a:t> </a:t>
            </a:r>
            <a:r>
              <a:rPr sz="1500" spc="-8" dirty="0">
                <a:latin typeface="Calibri"/>
                <a:cs typeface="Calibri"/>
              </a:rPr>
              <a:t>experienced</a:t>
            </a:r>
            <a:r>
              <a:rPr sz="1500" spc="-45" dirty="0">
                <a:latin typeface="Calibri"/>
                <a:cs typeface="Calibri"/>
              </a:rPr>
              <a:t> </a:t>
            </a:r>
            <a:r>
              <a:rPr sz="1500" dirty="0">
                <a:latin typeface="Calibri"/>
                <a:cs typeface="Calibri"/>
              </a:rPr>
              <a:t>within</a:t>
            </a:r>
            <a:r>
              <a:rPr sz="1500" spc="-45" dirty="0">
                <a:latin typeface="Calibri"/>
                <a:cs typeface="Calibri"/>
              </a:rPr>
              <a:t> </a:t>
            </a:r>
            <a:r>
              <a:rPr sz="1500" dirty="0">
                <a:latin typeface="Calibri"/>
                <a:cs typeface="Calibri"/>
              </a:rPr>
              <a:t>the</a:t>
            </a:r>
            <a:r>
              <a:rPr sz="1500" spc="-41" dirty="0">
                <a:latin typeface="Calibri"/>
                <a:cs typeface="Calibri"/>
              </a:rPr>
              <a:t> </a:t>
            </a:r>
            <a:r>
              <a:rPr sz="1500" spc="-8" dirty="0">
                <a:latin typeface="Calibri"/>
                <a:cs typeface="Calibri"/>
              </a:rPr>
              <a:t>ceremony.</a:t>
            </a:r>
            <a:endParaRPr sz="1500">
              <a:latin typeface="Calibri"/>
              <a:cs typeface="Calibri"/>
            </a:endParaRPr>
          </a:p>
          <a:p>
            <a:pPr marL="9525" marR="98584">
              <a:lnSpc>
                <a:spcPct val="125000"/>
              </a:lnSpc>
              <a:spcBef>
                <a:spcPts val="1500"/>
              </a:spcBef>
            </a:pPr>
            <a:r>
              <a:rPr sz="1500" dirty="0">
                <a:latin typeface="Calibri"/>
                <a:cs typeface="Calibri"/>
              </a:rPr>
              <a:t>These</a:t>
            </a:r>
            <a:r>
              <a:rPr sz="1500" spc="-38" dirty="0">
                <a:latin typeface="Calibri"/>
                <a:cs typeface="Calibri"/>
              </a:rPr>
              <a:t> </a:t>
            </a:r>
            <a:r>
              <a:rPr sz="1500" dirty="0">
                <a:latin typeface="Calibri"/>
                <a:cs typeface="Calibri"/>
              </a:rPr>
              <a:t>are</a:t>
            </a:r>
            <a:r>
              <a:rPr sz="1500" spc="-38" dirty="0">
                <a:latin typeface="Calibri"/>
                <a:cs typeface="Calibri"/>
              </a:rPr>
              <a:t> </a:t>
            </a:r>
            <a:r>
              <a:rPr sz="1500" dirty="0">
                <a:latin typeface="Calibri"/>
                <a:cs typeface="Calibri"/>
              </a:rPr>
              <a:t>not</a:t>
            </a:r>
            <a:r>
              <a:rPr sz="1500" spc="-41" dirty="0">
                <a:latin typeface="Calibri"/>
                <a:cs typeface="Calibri"/>
              </a:rPr>
              <a:t> </a:t>
            </a:r>
            <a:r>
              <a:rPr sz="1500" dirty="0">
                <a:latin typeface="Calibri"/>
                <a:cs typeface="Calibri"/>
              </a:rPr>
              <a:t>traits</a:t>
            </a:r>
            <a:r>
              <a:rPr sz="1500" spc="-41" dirty="0">
                <a:latin typeface="Calibri"/>
                <a:cs typeface="Calibri"/>
              </a:rPr>
              <a:t> </a:t>
            </a:r>
            <a:r>
              <a:rPr sz="1500" dirty="0">
                <a:latin typeface="Calibri"/>
                <a:cs typeface="Calibri"/>
              </a:rPr>
              <a:t>unique</a:t>
            </a:r>
            <a:r>
              <a:rPr sz="1500" spc="-38"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the</a:t>
            </a:r>
            <a:r>
              <a:rPr sz="1500" spc="-38"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38" dirty="0">
                <a:latin typeface="Calibri"/>
                <a:cs typeface="Calibri"/>
              </a:rPr>
              <a:t> </a:t>
            </a:r>
            <a:r>
              <a:rPr sz="1500" dirty="0">
                <a:latin typeface="Calibri"/>
                <a:cs typeface="Calibri"/>
              </a:rPr>
              <a:t>some</a:t>
            </a:r>
            <a:r>
              <a:rPr sz="1500" spc="-38" dirty="0">
                <a:latin typeface="Calibri"/>
                <a:cs typeface="Calibri"/>
              </a:rPr>
              <a:t> </a:t>
            </a:r>
            <a:r>
              <a:rPr sz="1500" dirty="0">
                <a:latin typeface="Calibri"/>
                <a:cs typeface="Calibri"/>
              </a:rPr>
              <a:t>Lodges</a:t>
            </a:r>
            <a:r>
              <a:rPr sz="1500" spc="-41" dirty="0">
                <a:latin typeface="Calibri"/>
                <a:cs typeface="Calibri"/>
              </a:rPr>
              <a:t> </a:t>
            </a:r>
            <a:r>
              <a:rPr sz="1500" spc="-15" dirty="0">
                <a:latin typeface="Calibri"/>
                <a:cs typeface="Calibri"/>
              </a:rPr>
              <a:t>have </a:t>
            </a:r>
            <a:r>
              <a:rPr sz="1500" spc="-8" dirty="0">
                <a:latin typeface="Calibri"/>
                <a:cs typeface="Calibri"/>
              </a:rPr>
              <a:t>experienced</a:t>
            </a:r>
            <a:r>
              <a:rPr sz="1500" spc="-45" dirty="0">
                <a:latin typeface="Calibri"/>
                <a:cs typeface="Calibri"/>
              </a:rPr>
              <a:t> </a:t>
            </a:r>
            <a:r>
              <a:rPr sz="1500" dirty="0">
                <a:latin typeface="Calibri"/>
                <a:cs typeface="Calibri"/>
              </a:rPr>
              <a:t>issues</a:t>
            </a:r>
            <a:r>
              <a:rPr sz="1500" spc="-41" dirty="0">
                <a:latin typeface="Calibri"/>
                <a:cs typeface="Calibri"/>
              </a:rPr>
              <a:t> </a:t>
            </a:r>
            <a:r>
              <a:rPr sz="1500" dirty="0">
                <a:latin typeface="Calibri"/>
                <a:cs typeface="Calibri"/>
              </a:rPr>
              <a:t>with</a:t>
            </a:r>
            <a:r>
              <a:rPr sz="1500" spc="-41" dirty="0">
                <a:latin typeface="Calibri"/>
                <a:cs typeface="Calibri"/>
              </a:rPr>
              <a:t> </a:t>
            </a:r>
            <a:r>
              <a:rPr sz="1500" dirty="0">
                <a:latin typeface="Calibri"/>
                <a:cs typeface="Calibri"/>
              </a:rPr>
              <a:t>the</a:t>
            </a:r>
            <a:r>
              <a:rPr sz="1500" spc="-41" dirty="0">
                <a:latin typeface="Calibri"/>
                <a:cs typeface="Calibri"/>
              </a:rPr>
              <a:t> </a:t>
            </a:r>
            <a:r>
              <a:rPr sz="1500" spc="-8" dirty="0">
                <a:latin typeface="Calibri"/>
                <a:cs typeface="Calibri"/>
              </a:rPr>
              <a:t>production</a:t>
            </a:r>
            <a:r>
              <a:rPr sz="1500" spc="-41" dirty="0">
                <a:latin typeface="Calibri"/>
                <a:cs typeface="Calibri"/>
              </a:rPr>
              <a:t> </a:t>
            </a:r>
            <a:r>
              <a:rPr sz="1500" dirty="0">
                <a:latin typeface="Calibri"/>
                <a:cs typeface="Calibri"/>
              </a:rPr>
              <a:t>line</a:t>
            </a:r>
            <a:r>
              <a:rPr sz="1500" spc="-41"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initiates</a:t>
            </a:r>
            <a:r>
              <a:rPr sz="1500" spc="-41" dirty="0">
                <a:latin typeface="Calibri"/>
                <a:cs typeface="Calibri"/>
              </a:rPr>
              <a:t> </a:t>
            </a:r>
            <a:r>
              <a:rPr sz="1500" dirty="0">
                <a:latin typeface="Calibri"/>
                <a:cs typeface="Calibri"/>
              </a:rPr>
              <a:t>who</a:t>
            </a:r>
            <a:r>
              <a:rPr sz="1500" spc="-41" dirty="0">
                <a:latin typeface="Calibri"/>
                <a:cs typeface="Calibri"/>
              </a:rPr>
              <a:t> </a:t>
            </a:r>
            <a:r>
              <a:rPr sz="1500" dirty="0">
                <a:latin typeface="Calibri"/>
                <a:cs typeface="Calibri"/>
              </a:rPr>
              <a:t>leave</a:t>
            </a:r>
            <a:r>
              <a:rPr sz="1500" spc="-41" dirty="0">
                <a:latin typeface="Calibri"/>
                <a:cs typeface="Calibri"/>
              </a:rPr>
              <a:t> </a:t>
            </a:r>
            <a:r>
              <a:rPr sz="1500" spc="-8" dirty="0">
                <a:latin typeface="Calibri"/>
                <a:cs typeface="Calibri"/>
              </a:rPr>
              <a:t>quickly </a:t>
            </a:r>
            <a:r>
              <a:rPr sz="1500" dirty="0">
                <a:latin typeface="Calibri"/>
                <a:cs typeface="Calibri"/>
              </a:rPr>
              <a:t>owing</a:t>
            </a:r>
            <a:r>
              <a:rPr sz="1500" spc="-30"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lack</a:t>
            </a:r>
            <a:r>
              <a:rPr sz="1500" spc="-30" dirty="0">
                <a:latin typeface="Calibri"/>
                <a:cs typeface="Calibri"/>
              </a:rPr>
              <a:t> </a:t>
            </a:r>
            <a:r>
              <a:rPr sz="1500" dirty="0">
                <a:latin typeface="Calibri"/>
                <a:cs typeface="Calibri"/>
              </a:rPr>
              <a:t>of</a:t>
            </a:r>
            <a:r>
              <a:rPr sz="1500" spc="-34" dirty="0">
                <a:latin typeface="Calibri"/>
                <a:cs typeface="Calibri"/>
              </a:rPr>
              <a:t> </a:t>
            </a:r>
            <a:r>
              <a:rPr sz="1500" dirty="0">
                <a:latin typeface="Calibri"/>
                <a:cs typeface="Calibri"/>
              </a:rPr>
              <a:t>support;</a:t>
            </a:r>
            <a:r>
              <a:rPr sz="1500" spc="-30" dirty="0">
                <a:latin typeface="Calibri"/>
                <a:cs typeface="Calibri"/>
              </a:rPr>
              <a:t> </a:t>
            </a:r>
            <a:r>
              <a:rPr sz="1500" dirty="0">
                <a:latin typeface="Calibri"/>
                <a:cs typeface="Calibri"/>
              </a:rPr>
              <a:t>on</a:t>
            </a:r>
            <a:r>
              <a:rPr sz="1500" spc="-34" dirty="0">
                <a:latin typeface="Calibri"/>
                <a:cs typeface="Calibri"/>
              </a:rPr>
              <a:t> </a:t>
            </a:r>
            <a:r>
              <a:rPr sz="1500" dirty="0">
                <a:latin typeface="Calibri"/>
                <a:cs typeface="Calibri"/>
              </a:rPr>
              <a:t>rare</a:t>
            </a:r>
            <a:r>
              <a:rPr sz="1500" spc="-30" dirty="0">
                <a:latin typeface="Calibri"/>
                <a:cs typeface="Calibri"/>
              </a:rPr>
              <a:t> </a:t>
            </a:r>
            <a:r>
              <a:rPr sz="1500" spc="-8" dirty="0">
                <a:latin typeface="Calibri"/>
                <a:cs typeface="Calibri"/>
              </a:rPr>
              <a:t>occasions</a:t>
            </a:r>
            <a:r>
              <a:rPr sz="1500" spc="-34" dirty="0">
                <a:latin typeface="Calibri"/>
                <a:cs typeface="Calibri"/>
              </a:rPr>
              <a:t> </a:t>
            </a:r>
            <a:r>
              <a:rPr sz="1500" dirty="0">
                <a:latin typeface="Calibri"/>
                <a:cs typeface="Calibri"/>
              </a:rPr>
              <a:t>some</a:t>
            </a:r>
            <a:r>
              <a:rPr sz="1500" spc="-26" dirty="0">
                <a:latin typeface="Calibri"/>
                <a:cs typeface="Calibri"/>
              </a:rPr>
              <a:t> </a:t>
            </a:r>
            <a:r>
              <a:rPr sz="1500" spc="-8" dirty="0">
                <a:latin typeface="Calibri"/>
                <a:cs typeface="Calibri"/>
              </a:rPr>
              <a:t>members</a:t>
            </a:r>
            <a:r>
              <a:rPr sz="1500" spc="-34" dirty="0">
                <a:latin typeface="Calibri"/>
                <a:cs typeface="Calibri"/>
              </a:rPr>
              <a:t> </a:t>
            </a:r>
            <a:r>
              <a:rPr sz="1500" spc="-8" dirty="0">
                <a:latin typeface="Calibri"/>
                <a:cs typeface="Calibri"/>
              </a:rPr>
              <a:t>respond</a:t>
            </a:r>
            <a:r>
              <a:rPr sz="1500" spc="-34" dirty="0">
                <a:latin typeface="Calibri"/>
                <a:cs typeface="Calibri"/>
              </a:rPr>
              <a:t> </a:t>
            </a:r>
            <a:r>
              <a:rPr sz="1500" dirty="0">
                <a:latin typeface="Calibri"/>
                <a:cs typeface="Calibri"/>
              </a:rPr>
              <a:t>well</a:t>
            </a:r>
            <a:r>
              <a:rPr sz="1500" spc="-34" dirty="0">
                <a:latin typeface="Calibri"/>
                <a:cs typeface="Calibri"/>
              </a:rPr>
              <a:t> </a:t>
            </a:r>
            <a:r>
              <a:rPr sz="1500" spc="-19" dirty="0">
                <a:latin typeface="Calibri"/>
                <a:cs typeface="Calibri"/>
              </a:rPr>
              <a:t>to</a:t>
            </a:r>
            <a:endParaRPr sz="1500">
              <a:latin typeface="Calibri"/>
              <a:cs typeface="Calibri"/>
            </a:endParaRPr>
          </a:p>
        </p:txBody>
      </p:sp>
      <p:grpSp>
        <p:nvGrpSpPr>
          <p:cNvPr id="8" name="object 8"/>
          <p:cNvGrpSpPr/>
          <p:nvPr/>
        </p:nvGrpSpPr>
        <p:grpSpPr>
          <a:xfrm>
            <a:off x="342900" y="315497"/>
            <a:ext cx="7588568" cy="5272563"/>
            <a:chOff x="457200" y="420662"/>
            <a:chExt cx="10118090" cy="7030084"/>
          </a:xfrm>
        </p:grpSpPr>
        <p:pic>
          <p:nvPicPr>
            <p:cNvPr id="9" name="object 9"/>
            <p:cNvPicPr/>
            <p:nvPr/>
          </p:nvPicPr>
          <p:blipFill>
            <a:blip r:embed="rId4" cstate="print"/>
            <a:stretch>
              <a:fillRect/>
            </a:stretch>
          </p:blipFill>
          <p:spPr>
            <a:xfrm>
              <a:off x="457200" y="420662"/>
              <a:ext cx="1856752" cy="1641246"/>
            </a:xfrm>
            <a:prstGeom prst="rect">
              <a:avLst/>
            </a:prstGeom>
          </p:spPr>
        </p:pic>
        <p:sp>
          <p:nvSpPr>
            <p:cNvPr id="10" name="object 10">
              <a:hlinkClick r:id="rId5"/>
            </p:cNvPr>
            <p:cNvSpPr/>
            <p:nvPr/>
          </p:nvSpPr>
          <p:spPr>
            <a:xfrm>
              <a:off x="10267558" y="7046040"/>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11" name="object 11">
              <a:hlinkClick r:id="rId5"/>
            </p:cNvPr>
            <p:cNvPicPr/>
            <p:nvPr/>
          </p:nvPicPr>
          <p:blipFill>
            <a:blip r:embed="rId6" cstate="print"/>
            <a:stretch>
              <a:fillRect/>
            </a:stretch>
          </p:blipFill>
          <p:spPr>
            <a:xfrm>
              <a:off x="10400311" y="6971015"/>
              <a:ext cx="173132" cy="133427"/>
            </a:xfrm>
            <a:prstGeom prst="rect">
              <a:avLst/>
            </a:prstGeom>
          </p:spPr>
        </p:pic>
      </p:grpSp>
      <p:sp>
        <p:nvSpPr>
          <p:cNvPr id="12" name="object 12"/>
          <p:cNvSpPr txBox="1"/>
          <p:nvPr/>
        </p:nvSpPr>
        <p:spPr>
          <a:xfrm>
            <a:off x="6677025" y="5267325"/>
            <a:ext cx="990124" cy="240450"/>
          </a:xfrm>
          <a:prstGeom prst="rect">
            <a:avLst/>
          </a:prstGeom>
        </p:spPr>
        <p:txBody>
          <a:bodyPr vert="horz" wrap="square" lIns="0" tIns="9525" rIns="0" bIns="0" rtlCol="0">
            <a:spAutoFit/>
          </a:bodyPr>
          <a:lstStyle/>
          <a:p>
            <a:pPr marL="9525">
              <a:spcBef>
                <a:spcPts val="75"/>
              </a:spcBef>
            </a:pPr>
            <a:r>
              <a:rPr sz="1500" b="1" dirty="0">
                <a:latin typeface="Calibri"/>
                <a:cs typeface="Calibri"/>
                <a:hlinkClick r:id="rId5"/>
              </a:rPr>
              <a:t>Thread</a:t>
            </a:r>
            <a:r>
              <a:rPr sz="1500" b="1" spc="-71" dirty="0">
                <a:latin typeface="Calibri"/>
                <a:cs typeface="Calibri"/>
                <a:hlinkClick r:id="rId5"/>
              </a:rPr>
              <a:t> </a:t>
            </a:r>
            <a:r>
              <a:rPr sz="1500" b="1" spc="-8" dirty="0">
                <a:latin typeface="Calibri"/>
                <a:cs typeface="Calibri"/>
                <a:hlinkClick r:id="rId5"/>
              </a:rPr>
              <a:t>Link:</a:t>
            </a:r>
            <a:endParaRPr sz="1500">
              <a:latin typeface="Calibri"/>
              <a:cs typeface="Calibri"/>
            </a:endParaRPr>
          </a:p>
        </p:txBody>
      </p:sp>
      <p:sp>
        <p:nvSpPr>
          <p:cNvPr id="13" name="object 13"/>
          <p:cNvSpPr txBox="1"/>
          <p:nvPr/>
        </p:nvSpPr>
        <p:spPr>
          <a:xfrm>
            <a:off x="6677025" y="1162050"/>
            <a:ext cx="5061585" cy="4153060"/>
          </a:xfrm>
          <a:prstGeom prst="rect">
            <a:avLst/>
          </a:prstGeom>
        </p:spPr>
        <p:txBody>
          <a:bodyPr vert="horz" wrap="square" lIns="0" tIns="9525" rIns="0" bIns="0" rtlCol="0">
            <a:spAutoFit/>
          </a:bodyPr>
          <a:lstStyle/>
          <a:p>
            <a:pPr marL="9525" marR="15240">
              <a:lnSpc>
                <a:spcPct val="125000"/>
              </a:lnSpc>
              <a:spcBef>
                <a:spcPts val="75"/>
              </a:spcBef>
            </a:pPr>
            <a:r>
              <a:rPr sz="1500" dirty="0">
                <a:latin typeface="Calibri"/>
                <a:cs typeface="Calibri"/>
              </a:rPr>
              <a:t>the</a:t>
            </a:r>
            <a:r>
              <a:rPr sz="1500" spc="-34" dirty="0">
                <a:latin typeface="Calibri"/>
                <a:cs typeface="Calibri"/>
              </a:rPr>
              <a:t> </a:t>
            </a:r>
            <a:r>
              <a:rPr sz="1500" dirty="0">
                <a:latin typeface="Calibri"/>
                <a:cs typeface="Calibri"/>
              </a:rPr>
              <a:t>sink</a:t>
            </a:r>
            <a:r>
              <a:rPr sz="1500" spc="-30" dirty="0">
                <a:latin typeface="Calibri"/>
                <a:cs typeface="Calibri"/>
              </a:rPr>
              <a:t> </a:t>
            </a:r>
            <a:r>
              <a:rPr sz="1500" dirty="0">
                <a:latin typeface="Calibri"/>
                <a:cs typeface="Calibri"/>
              </a:rPr>
              <a:t>or</a:t>
            </a:r>
            <a:r>
              <a:rPr sz="1500" spc="-34" dirty="0">
                <a:latin typeface="Calibri"/>
                <a:cs typeface="Calibri"/>
              </a:rPr>
              <a:t> </a:t>
            </a:r>
            <a:r>
              <a:rPr sz="1500" dirty="0">
                <a:latin typeface="Calibri"/>
                <a:cs typeface="Calibri"/>
              </a:rPr>
              <a:t>swim</a:t>
            </a:r>
            <a:r>
              <a:rPr sz="1500" spc="-30" dirty="0">
                <a:latin typeface="Calibri"/>
                <a:cs typeface="Calibri"/>
              </a:rPr>
              <a:t> </a:t>
            </a:r>
            <a:r>
              <a:rPr sz="1500" spc="-8" dirty="0">
                <a:latin typeface="Calibri"/>
                <a:cs typeface="Calibri"/>
              </a:rPr>
              <a:t>approach</a:t>
            </a:r>
            <a:r>
              <a:rPr sz="1500" spc="-38" dirty="0">
                <a:latin typeface="Calibri"/>
                <a:cs typeface="Calibri"/>
              </a:rPr>
              <a:t> </a:t>
            </a:r>
            <a:r>
              <a:rPr sz="1500" dirty="0">
                <a:latin typeface="Calibri"/>
                <a:cs typeface="Calibri"/>
              </a:rPr>
              <a:t>and</a:t>
            </a:r>
            <a:r>
              <a:rPr sz="1500" spc="-34" dirty="0">
                <a:latin typeface="Calibri"/>
                <a:cs typeface="Calibri"/>
              </a:rPr>
              <a:t> </a:t>
            </a:r>
            <a:r>
              <a:rPr sz="1500" dirty="0">
                <a:latin typeface="Calibri"/>
                <a:cs typeface="Calibri"/>
              </a:rPr>
              <a:t>develop</a:t>
            </a:r>
            <a:r>
              <a:rPr sz="1500" spc="-34" dirty="0">
                <a:latin typeface="Calibri"/>
                <a:cs typeface="Calibri"/>
              </a:rPr>
              <a:t> </a:t>
            </a:r>
            <a:r>
              <a:rPr sz="1500" dirty="0">
                <a:latin typeface="Calibri"/>
                <a:cs typeface="Calibri"/>
              </a:rPr>
              <a:t>their</a:t>
            </a:r>
            <a:r>
              <a:rPr sz="1500" spc="-34" dirty="0">
                <a:latin typeface="Calibri"/>
                <a:cs typeface="Calibri"/>
              </a:rPr>
              <a:t> </a:t>
            </a:r>
            <a:r>
              <a:rPr sz="1500" dirty="0">
                <a:latin typeface="Calibri"/>
                <a:cs typeface="Calibri"/>
              </a:rPr>
              <a:t>own</a:t>
            </a:r>
            <a:r>
              <a:rPr sz="1500" spc="-34" dirty="0">
                <a:latin typeface="Calibri"/>
                <a:cs typeface="Calibri"/>
              </a:rPr>
              <a:t> </a:t>
            </a:r>
            <a:r>
              <a:rPr sz="1500" dirty="0">
                <a:latin typeface="Calibri"/>
                <a:cs typeface="Calibri"/>
              </a:rPr>
              <a:t>route</a:t>
            </a:r>
            <a:r>
              <a:rPr sz="1500" spc="-34" dirty="0">
                <a:latin typeface="Calibri"/>
                <a:cs typeface="Calibri"/>
              </a:rPr>
              <a:t> </a:t>
            </a:r>
            <a:r>
              <a:rPr sz="1500" dirty="0">
                <a:latin typeface="Calibri"/>
                <a:cs typeface="Calibri"/>
              </a:rPr>
              <a:t>to</a:t>
            </a:r>
            <a:r>
              <a:rPr sz="1500" spc="-34" dirty="0">
                <a:latin typeface="Calibri"/>
                <a:cs typeface="Calibri"/>
              </a:rPr>
              <a:t> </a:t>
            </a:r>
            <a:r>
              <a:rPr sz="1500" spc="-8" dirty="0">
                <a:latin typeface="Calibri"/>
                <a:cs typeface="Calibri"/>
              </a:rPr>
              <a:t>access </a:t>
            </a:r>
            <a:r>
              <a:rPr sz="1500" dirty="0">
                <a:latin typeface="Calibri"/>
                <a:cs typeface="Calibri"/>
              </a:rPr>
              <a:t>support</a:t>
            </a:r>
            <a:r>
              <a:rPr sz="1500" spc="-38" dirty="0">
                <a:latin typeface="Calibri"/>
                <a:cs typeface="Calibri"/>
              </a:rPr>
              <a:t> </a:t>
            </a:r>
            <a:r>
              <a:rPr sz="1500" dirty="0">
                <a:latin typeface="Calibri"/>
                <a:cs typeface="Calibri"/>
              </a:rPr>
              <a:t>and</a:t>
            </a:r>
            <a:r>
              <a:rPr sz="1500" spc="-38" dirty="0">
                <a:latin typeface="Calibri"/>
                <a:cs typeface="Calibri"/>
              </a:rPr>
              <a:t> </a:t>
            </a:r>
            <a:r>
              <a:rPr sz="1500" dirty="0">
                <a:latin typeface="Calibri"/>
                <a:cs typeface="Calibri"/>
              </a:rPr>
              <a:t>guidance</a:t>
            </a:r>
            <a:r>
              <a:rPr sz="1500" spc="-34" dirty="0">
                <a:latin typeface="Calibri"/>
                <a:cs typeface="Calibri"/>
              </a:rPr>
              <a:t> </a:t>
            </a:r>
            <a:r>
              <a:rPr sz="1500" dirty="0">
                <a:latin typeface="Calibri"/>
                <a:cs typeface="Calibri"/>
              </a:rPr>
              <a:t>but</a:t>
            </a:r>
            <a:r>
              <a:rPr sz="1500" spc="-38" dirty="0">
                <a:latin typeface="Calibri"/>
                <a:cs typeface="Calibri"/>
              </a:rPr>
              <a:t> </a:t>
            </a:r>
            <a:r>
              <a:rPr sz="1500" dirty="0">
                <a:latin typeface="Calibri"/>
                <a:cs typeface="Calibri"/>
              </a:rPr>
              <a:t>this</a:t>
            </a:r>
            <a:r>
              <a:rPr sz="1500" spc="-38" dirty="0">
                <a:latin typeface="Calibri"/>
                <a:cs typeface="Calibri"/>
              </a:rPr>
              <a:t> </a:t>
            </a:r>
            <a:r>
              <a:rPr sz="1500" dirty="0">
                <a:latin typeface="Calibri"/>
                <a:cs typeface="Calibri"/>
              </a:rPr>
              <a:t>is</a:t>
            </a:r>
            <a:r>
              <a:rPr sz="1500" spc="-38" dirty="0">
                <a:latin typeface="Calibri"/>
                <a:cs typeface="Calibri"/>
              </a:rPr>
              <a:t> </a:t>
            </a:r>
            <a:r>
              <a:rPr sz="1500" spc="-8" dirty="0">
                <a:latin typeface="Calibri"/>
                <a:cs typeface="Calibri"/>
              </a:rPr>
              <a:t>rare!</a:t>
            </a:r>
            <a:endParaRPr sz="1500">
              <a:latin typeface="Calibri"/>
              <a:cs typeface="Calibri"/>
            </a:endParaRPr>
          </a:p>
          <a:p>
            <a:pPr marL="9525" marR="3810">
              <a:lnSpc>
                <a:spcPct val="125000"/>
              </a:lnSpc>
              <a:spcBef>
                <a:spcPts val="1500"/>
              </a:spcBef>
            </a:pPr>
            <a:r>
              <a:rPr sz="1500" spc="-8" dirty="0">
                <a:latin typeface="Calibri"/>
                <a:cs typeface="Calibri"/>
              </a:rPr>
              <a:t>Successful</a:t>
            </a:r>
            <a:r>
              <a:rPr sz="1500" spc="-45" dirty="0">
                <a:latin typeface="Calibri"/>
                <a:cs typeface="Calibri"/>
              </a:rPr>
              <a:t> </a:t>
            </a:r>
            <a:r>
              <a:rPr sz="1500" dirty="0">
                <a:latin typeface="Calibri"/>
                <a:cs typeface="Calibri"/>
              </a:rPr>
              <a:t>Lodges</a:t>
            </a:r>
            <a:r>
              <a:rPr sz="1500" spc="-41" dirty="0">
                <a:latin typeface="Calibri"/>
                <a:cs typeface="Calibri"/>
              </a:rPr>
              <a:t> </a:t>
            </a:r>
            <a:r>
              <a:rPr sz="1500" dirty="0">
                <a:latin typeface="Calibri"/>
                <a:cs typeface="Calibri"/>
              </a:rPr>
              <a:t>provide</a:t>
            </a:r>
            <a:r>
              <a:rPr sz="1500" spc="-41" dirty="0">
                <a:latin typeface="Calibri"/>
                <a:cs typeface="Calibri"/>
              </a:rPr>
              <a:t> </a:t>
            </a:r>
            <a:r>
              <a:rPr sz="1500" spc="-8" dirty="0">
                <a:latin typeface="Calibri"/>
                <a:cs typeface="Calibri"/>
              </a:rPr>
              <a:t>Brethren</a:t>
            </a:r>
            <a:r>
              <a:rPr sz="1500" spc="-41" dirty="0">
                <a:latin typeface="Calibri"/>
                <a:cs typeface="Calibri"/>
              </a:rPr>
              <a:t> </a:t>
            </a:r>
            <a:r>
              <a:rPr sz="1500" dirty="0">
                <a:latin typeface="Calibri"/>
                <a:cs typeface="Calibri"/>
              </a:rPr>
              <a:t>with</a:t>
            </a:r>
            <a:r>
              <a:rPr sz="1500" spc="-41" dirty="0">
                <a:latin typeface="Calibri"/>
                <a:cs typeface="Calibri"/>
              </a:rPr>
              <a:t> </a:t>
            </a:r>
            <a:r>
              <a:rPr sz="1500" dirty="0">
                <a:latin typeface="Calibri"/>
                <a:cs typeface="Calibri"/>
              </a:rPr>
              <a:t>an</a:t>
            </a:r>
            <a:r>
              <a:rPr sz="1500" spc="-41" dirty="0">
                <a:latin typeface="Calibri"/>
                <a:cs typeface="Calibri"/>
              </a:rPr>
              <a:t> </a:t>
            </a:r>
            <a:r>
              <a:rPr sz="1500" dirty="0">
                <a:latin typeface="Calibri"/>
                <a:cs typeface="Calibri"/>
              </a:rPr>
              <a:t>engaging</a:t>
            </a:r>
            <a:r>
              <a:rPr sz="1500" spc="-41" dirty="0">
                <a:latin typeface="Calibri"/>
                <a:cs typeface="Calibri"/>
              </a:rPr>
              <a:t> </a:t>
            </a:r>
            <a:r>
              <a:rPr sz="1500" spc="-8" dirty="0">
                <a:latin typeface="Calibri"/>
                <a:cs typeface="Calibri"/>
              </a:rPr>
              <a:t>programme </a:t>
            </a:r>
            <a:r>
              <a:rPr sz="1500" dirty="0">
                <a:latin typeface="Calibri"/>
                <a:cs typeface="Calibri"/>
              </a:rPr>
              <a:t>of</a:t>
            </a:r>
            <a:r>
              <a:rPr sz="1500" spc="-45" dirty="0">
                <a:latin typeface="Calibri"/>
                <a:cs typeface="Calibri"/>
              </a:rPr>
              <a:t> </a:t>
            </a:r>
            <a:r>
              <a:rPr sz="1500" dirty="0">
                <a:latin typeface="Calibri"/>
                <a:cs typeface="Calibri"/>
              </a:rPr>
              <a:t>events</a:t>
            </a:r>
            <a:r>
              <a:rPr sz="1500" spc="-41" dirty="0">
                <a:latin typeface="Calibri"/>
                <a:cs typeface="Calibri"/>
              </a:rPr>
              <a:t> </a:t>
            </a:r>
            <a:r>
              <a:rPr sz="1500" spc="-8" dirty="0">
                <a:latin typeface="Calibri"/>
                <a:cs typeface="Calibri"/>
              </a:rPr>
              <a:t>supported</a:t>
            </a:r>
            <a:r>
              <a:rPr sz="1500" spc="-45" dirty="0">
                <a:latin typeface="Calibri"/>
                <a:cs typeface="Calibri"/>
              </a:rPr>
              <a:t> </a:t>
            </a:r>
            <a:r>
              <a:rPr sz="1500" dirty="0">
                <a:latin typeface="Calibri"/>
                <a:cs typeface="Calibri"/>
              </a:rPr>
              <a:t>by</a:t>
            </a:r>
            <a:r>
              <a:rPr sz="1500" spc="-38" dirty="0">
                <a:latin typeface="Calibri"/>
                <a:cs typeface="Calibri"/>
              </a:rPr>
              <a:t> </a:t>
            </a:r>
            <a:r>
              <a:rPr sz="1500" dirty="0">
                <a:latin typeface="Calibri"/>
                <a:cs typeface="Calibri"/>
              </a:rPr>
              <a:t>mentoring,</a:t>
            </a:r>
            <a:r>
              <a:rPr sz="1500" spc="-41" dirty="0">
                <a:latin typeface="Calibri"/>
                <a:cs typeface="Calibri"/>
              </a:rPr>
              <a:t> </a:t>
            </a:r>
            <a:r>
              <a:rPr sz="1500" dirty="0">
                <a:latin typeface="Calibri"/>
                <a:cs typeface="Calibri"/>
              </a:rPr>
              <a:t>which</a:t>
            </a:r>
            <a:r>
              <a:rPr sz="1500" spc="-41" dirty="0">
                <a:latin typeface="Calibri"/>
                <a:cs typeface="Calibri"/>
              </a:rPr>
              <a:t> </a:t>
            </a:r>
            <a:r>
              <a:rPr sz="1500" dirty="0">
                <a:latin typeface="Calibri"/>
                <a:cs typeface="Calibri"/>
              </a:rPr>
              <a:t>means</a:t>
            </a:r>
            <a:r>
              <a:rPr sz="1500" spc="-45" dirty="0">
                <a:latin typeface="Calibri"/>
                <a:cs typeface="Calibri"/>
              </a:rPr>
              <a:t> </a:t>
            </a:r>
            <a:r>
              <a:rPr sz="1500" dirty="0">
                <a:latin typeface="Calibri"/>
                <a:cs typeface="Calibri"/>
              </a:rPr>
              <a:t>that</a:t>
            </a:r>
            <a:r>
              <a:rPr sz="1500" spc="-41" dirty="0">
                <a:latin typeface="Calibri"/>
                <a:cs typeface="Calibri"/>
              </a:rPr>
              <a:t> </a:t>
            </a:r>
            <a:r>
              <a:rPr sz="1500" spc="-8" dirty="0">
                <a:latin typeface="Calibri"/>
                <a:cs typeface="Calibri"/>
              </a:rPr>
              <a:t>those </a:t>
            </a:r>
            <a:r>
              <a:rPr sz="1500" dirty="0">
                <a:latin typeface="Calibri"/>
                <a:cs typeface="Calibri"/>
              </a:rPr>
              <a:t>looking</a:t>
            </a:r>
            <a:r>
              <a:rPr sz="1500" spc="-34" dirty="0">
                <a:latin typeface="Calibri"/>
                <a:cs typeface="Calibri"/>
              </a:rPr>
              <a:t> </a:t>
            </a:r>
            <a:r>
              <a:rPr sz="1500" dirty="0">
                <a:latin typeface="Calibri"/>
                <a:cs typeface="Calibri"/>
              </a:rPr>
              <a:t>to</a:t>
            </a:r>
            <a:r>
              <a:rPr sz="1500" spc="-38" dirty="0">
                <a:latin typeface="Calibri"/>
                <a:cs typeface="Calibri"/>
              </a:rPr>
              <a:t> </a:t>
            </a:r>
            <a:r>
              <a:rPr sz="1500" dirty="0">
                <a:latin typeface="Calibri"/>
                <a:cs typeface="Calibri"/>
              </a:rPr>
              <a:t>join</a:t>
            </a:r>
            <a:r>
              <a:rPr sz="1500" spc="-38" dirty="0">
                <a:latin typeface="Calibri"/>
                <a:cs typeface="Calibri"/>
              </a:rPr>
              <a:t> </a:t>
            </a:r>
            <a:r>
              <a:rPr sz="1500" dirty="0">
                <a:latin typeface="Calibri"/>
                <a:cs typeface="Calibri"/>
              </a:rPr>
              <a:t>a</a:t>
            </a:r>
            <a:r>
              <a:rPr sz="1500" spc="-34" dirty="0">
                <a:latin typeface="Calibri"/>
                <a:cs typeface="Calibri"/>
              </a:rPr>
              <a:t> </a:t>
            </a:r>
            <a:r>
              <a:rPr sz="1500" spc="-8" dirty="0">
                <a:latin typeface="Calibri"/>
                <a:cs typeface="Calibri"/>
              </a:rPr>
              <a:t>Royal</a:t>
            </a:r>
            <a:r>
              <a:rPr sz="1500" spc="-38" dirty="0">
                <a:latin typeface="Calibri"/>
                <a:cs typeface="Calibri"/>
              </a:rPr>
              <a:t> </a:t>
            </a:r>
            <a:r>
              <a:rPr sz="1500" dirty="0">
                <a:latin typeface="Calibri"/>
                <a:cs typeface="Calibri"/>
              </a:rPr>
              <a:t>Arch</a:t>
            </a:r>
            <a:r>
              <a:rPr sz="1500" spc="-38" dirty="0">
                <a:latin typeface="Calibri"/>
                <a:cs typeface="Calibri"/>
              </a:rPr>
              <a:t> </a:t>
            </a:r>
            <a:r>
              <a:rPr sz="1500" dirty="0">
                <a:latin typeface="Calibri"/>
                <a:cs typeface="Calibri"/>
              </a:rPr>
              <a:t>Chapter</a:t>
            </a:r>
            <a:r>
              <a:rPr sz="1500" spc="-30" dirty="0">
                <a:latin typeface="Calibri"/>
                <a:cs typeface="Calibri"/>
              </a:rPr>
              <a:t> </a:t>
            </a:r>
            <a:r>
              <a:rPr sz="1500" spc="-8" dirty="0">
                <a:latin typeface="Calibri"/>
                <a:cs typeface="Calibri"/>
              </a:rPr>
              <a:t>invariably</a:t>
            </a:r>
            <a:r>
              <a:rPr sz="1500" spc="-34" dirty="0">
                <a:latin typeface="Calibri"/>
                <a:cs typeface="Calibri"/>
              </a:rPr>
              <a:t> </a:t>
            </a:r>
            <a:r>
              <a:rPr sz="1500" dirty="0">
                <a:latin typeface="Calibri"/>
                <a:cs typeface="Calibri"/>
              </a:rPr>
              <a:t>will</a:t>
            </a:r>
            <a:r>
              <a:rPr sz="1500" spc="-38" dirty="0">
                <a:latin typeface="Calibri"/>
                <a:cs typeface="Calibri"/>
              </a:rPr>
              <a:t> </a:t>
            </a:r>
            <a:r>
              <a:rPr sz="1500" dirty="0">
                <a:latin typeface="Calibri"/>
                <a:cs typeface="Calibri"/>
              </a:rPr>
              <a:t>expect</a:t>
            </a:r>
            <a:r>
              <a:rPr sz="1500" spc="-38" dirty="0">
                <a:latin typeface="Calibri"/>
                <a:cs typeface="Calibri"/>
              </a:rPr>
              <a:t> </a:t>
            </a:r>
            <a:r>
              <a:rPr sz="1500" spc="-8" dirty="0">
                <a:latin typeface="Calibri"/>
                <a:cs typeface="Calibri"/>
              </a:rPr>
              <a:t>similar </a:t>
            </a:r>
            <a:r>
              <a:rPr sz="1500" spc="-15" dirty="0">
                <a:latin typeface="Calibri"/>
                <a:cs typeface="Calibri"/>
              </a:rPr>
              <a:t>engagement</a:t>
            </a:r>
            <a:r>
              <a:rPr sz="1500" spc="-38" dirty="0">
                <a:latin typeface="Calibri"/>
                <a:cs typeface="Calibri"/>
              </a:rPr>
              <a:t> </a:t>
            </a:r>
            <a:r>
              <a:rPr sz="1500" dirty="0">
                <a:latin typeface="Calibri"/>
                <a:cs typeface="Calibri"/>
              </a:rPr>
              <a:t>and</a:t>
            </a:r>
            <a:r>
              <a:rPr sz="1500" spc="-38" dirty="0">
                <a:latin typeface="Calibri"/>
                <a:cs typeface="Calibri"/>
              </a:rPr>
              <a:t> </a:t>
            </a:r>
            <a:r>
              <a:rPr sz="1500" dirty="0">
                <a:latin typeface="Calibri"/>
                <a:cs typeface="Calibri"/>
              </a:rPr>
              <a:t>support</a:t>
            </a:r>
            <a:r>
              <a:rPr sz="1500" spc="-38" dirty="0">
                <a:latin typeface="Calibri"/>
                <a:cs typeface="Calibri"/>
              </a:rPr>
              <a:t> </a:t>
            </a:r>
            <a:r>
              <a:rPr sz="1500" dirty="0">
                <a:latin typeface="Calibri"/>
                <a:cs typeface="Calibri"/>
              </a:rPr>
              <a:t>once</a:t>
            </a:r>
            <a:r>
              <a:rPr sz="1500" spc="-34" dirty="0">
                <a:latin typeface="Calibri"/>
                <a:cs typeface="Calibri"/>
              </a:rPr>
              <a:t> </a:t>
            </a:r>
            <a:r>
              <a:rPr sz="1500" dirty="0">
                <a:latin typeface="Calibri"/>
                <a:cs typeface="Calibri"/>
              </a:rPr>
              <a:t>they</a:t>
            </a:r>
            <a:r>
              <a:rPr sz="1500" spc="-34" dirty="0">
                <a:latin typeface="Calibri"/>
                <a:cs typeface="Calibri"/>
              </a:rPr>
              <a:t> </a:t>
            </a:r>
            <a:r>
              <a:rPr sz="1500" dirty="0">
                <a:latin typeface="Calibri"/>
                <a:cs typeface="Calibri"/>
              </a:rPr>
              <a:t>become</a:t>
            </a:r>
            <a:r>
              <a:rPr sz="1500" spc="-34" dirty="0">
                <a:latin typeface="Calibri"/>
                <a:cs typeface="Calibri"/>
              </a:rPr>
              <a:t> </a:t>
            </a:r>
            <a:r>
              <a:rPr sz="1500" spc="-8" dirty="0">
                <a:latin typeface="Calibri"/>
                <a:cs typeface="Calibri"/>
              </a:rPr>
              <a:t>Companions.</a:t>
            </a:r>
            <a:endParaRPr sz="1500">
              <a:latin typeface="Calibri"/>
              <a:cs typeface="Calibri"/>
            </a:endParaRPr>
          </a:p>
          <a:p>
            <a:pPr marL="9525" marR="84296">
              <a:lnSpc>
                <a:spcPct val="125000"/>
              </a:lnSpc>
              <a:spcBef>
                <a:spcPts val="1500"/>
              </a:spcBef>
            </a:pPr>
            <a:r>
              <a:rPr sz="1500" dirty="0">
                <a:latin typeface="Calibri"/>
                <a:cs typeface="Calibri"/>
              </a:rPr>
              <a:t>Just</a:t>
            </a:r>
            <a:r>
              <a:rPr sz="1500" spc="-41" dirty="0">
                <a:latin typeface="Calibri"/>
                <a:cs typeface="Calibri"/>
              </a:rPr>
              <a:t> </a:t>
            </a:r>
            <a:r>
              <a:rPr sz="1500" dirty="0">
                <a:latin typeface="Calibri"/>
                <a:cs typeface="Calibri"/>
              </a:rPr>
              <a:t>as</a:t>
            </a:r>
            <a:r>
              <a:rPr sz="1500" spc="-41" dirty="0">
                <a:latin typeface="Calibri"/>
                <a:cs typeface="Calibri"/>
              </a:rPr>
              <a:t> </a:t>
            </a:r>
            <a:r>
              <a:rPr sz="1500" dirty="0">
                <a:latin typeface="Calibri"/>
                <a:cs typeface="Calibri"/>
              </a:rPr>
              <a:t>Lodges</a:t>
            </a:r>
            <a:r>
              <a:rPr sz="1500" spc="-41" dirty="0">
                <a:latin typeface="Calibri"/>
                <a:cs typeface="Calibri"/>
              </a:rPr>
              <a:t> </a:t>
            </a:r>
            <a:r>
              <a:rPr sz="1500" dirty="0">
                <a:latin typeface="Calibri"/>
                <a:cs typeface="Calibri"/>
              </a:rPr>
              <a:t>are</a:t>
            </a:r>
            <a:r>
              <a:rPr sz="1500" spc="-38" dirty="0">
                <a:latin typeface="Calibri"/>
                <a:cs typeface="Calibri"/>
              </a:rPr>
              <a:t> </a:t>
            </a:r>
            <a:r>
              <a:rPr sz="1500" spc="-8" dirty="0">
                <a:latin typeface="Calibri"/>
                <a:cs typeface="Calibri"/>
              </a:rPr>
              <a:t>encouraged</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screen</a:t>
            </a:r>
            <a:r>
              <a:rPr sz="1500" spc="-41" dirty="0">
                <a:latin typeface="Calibri"/>
                <a:cs typeface="Calibri"/>
              </a:rPr>
              <a:t> </a:t>
            </a:r>
            <a:r>
              <a:rPr sz="1500" spc="-8" dirty="0">
                <a:latin typeface="Calibri"/>
                <a:cs typeface="Calibri"/>
              </a:rPr>
              <a:t>prospective</a:t>
            </a:r>
            <a:r>
              <a:rPr sz="1500" spc="-38" dirty="0">
                <a:latin typeface="Calibri"/>
                <a:cs typeface="Calibri"/>
              </a:rPr>
              <a:t> </a:t>
            </a:r>
            <a:r>
              <a:rPr sz="1500" spc="-8" dirty="0">
                <a:latin typeface="Calibri"/>
                <a:cs typeface="Calibri"/>
              </a:rPr>
              <a:t>candidates, Royal</a:t>
            </a:r>
            <a:r>
              <a:rPr sz="1500" spc="-49" dirty="0">
                <a:latin typeface="Calibri"/>
                <a:cs typeface="Calibri"/>
              </a:rPr>
              <a:t> </a:t>
            </a:r>
            <a:r>
              <a:rPr sz="1500" dirty="0">
                <a:latin typeface="Calibri"/>
                <a:cs typeface="Calibri"/>
              </a:rPr>
              <a:t>Arch</a:t>
            </a:r>
            <a:r>
              <a:rPr sz="1500" spc="-49" dirty="0">
                <a:latin typeface="Calibri"/>
                <a:cs typeface="Calibri"/>
              </a:rPr>
              <a:t> </a:t>
            </a:r>
            <a:r>
              <a:rPr sz="1500" spc="-8" dirty="0">
                <a:latin typeface="Calibri"/>
                <a:cs typeface="Calibri"/>
              </a:rPr>
              <a:t>Chapters</a:t>
            </a:r>
            <a:r>
              <a:rPr sz="1500" spc="-45" dirty="0">
                <a:latin typeface="Calibri"/>
                <a:cs typeface="Calibri"/>
              </a:rPr>
              <a:t> </a:t>
            </a:r>
            <a:r>
              <a:rPr sz="1500" dirty="0">
                <a:latin typeface="Calibri"/>
                <a:cs typeface="Calibri"/>
              </a:rPr>
              <a:t>are</a:t>
            </a:r>
            <a:r>
              <a:rPr sz="1500" spc="-45" dirty="0">
                <a:latin typeface="Calibri"/>
                <a:cs typeface="Calibri"/>
              </a:rPr>
              <a:t> </a:t>
            </a:r>
            <a:r>
              <a:rPr sz="1500" spc="-8" dirty="0">
                <a:latin typeface="Calibri"/>
                <a:cs typeface="Calibri"/>
              </a:rPr>
              <a:t>encouraged</a:t>
            </a:r>
            <a:r>
              <a:rPr sz="1500" spc="-49"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ensure</a:t>
            </a:r>
            <a:r>
              <a:rPr sz="1500" spc="-45" dirty="0">
                <a:latin typeface="Calibri"/>
                <a:cs typeface="Calibri"/>
              </a:rPr>
              <a:t> </a:t>
            </a:r>
            <a:r>
              <a:rPr sz="1500" spc="-8" dirty="0">
                <a:latin typeface="Calibri"/>
                <a:cs typeface="Calibri"/>
              </a:rPr>
              <a:t>that:</a:t>
            </a:r>
            <a:endParaRPr sz="1500">
              <a:latin typeface="Calibri"/>
              <a:cs typeface="Calibri"/>
            </a:endParaRPr>
          </a:p>
          <a:p>
            <a:pPr marL="342424" indent="-332899">
              <a:spcBef>
                <a:spcPts val="450"/>
              </a:spcBef>
              <a:buClr>
                <a:srgbClr val="A99968"/>
              </a:buClr>
              <a:buSzPct val="150000"/>
              <a:buFont typeface="Calibri"/>
              <a:buAutoNum type="arabicPeriod"/>
              <a:tabLst>
                <a:tab pos="342424" algn="l"/>
              </a:tabLst>
            </a:pPr>
            <a:r>
              <a:rPr sz="1500" dirty="0">
                <a:latin typeface="Calibri"/>
                <a:cs typeface="Calibri"/>
              </a:rPr>
              <a:t>Is</a:t>
            </a:r>
            <a:r>
              <a:rPr sz="1500" spc="-38" dirty="0">
                <a:latin typeface="Calibri"/>
                <a:cs typeface="Calibri"/>
              </a:rPr>
              <a:t> </a:t>
            </a:r>
            <a:r>
              <a:rPr sz="1500" dirty="0">
                <a:latin typeface="Calibri"/>
                <a:cs typeface="Calibri"/>
              </a:rPr>
              <a:t>the</a:t>
            </a:r>
            <a:r>
              <a:rPr sz="1500" spc="-30" dirty="0">
                <a:latin typeface="Calibri"/>
                <a:cs typeface="Calibri"/>
              </a:rPr>
              <a:t> </a:t>
            </a:r>
            <a:r>
              <a:rPr sz="1500" spc="-8" dirty="0">
                <a:latin typeface="Calibri"/>
                <a:cs typeface="Calibri"/>
              </a:rPr>
              <a:t>Prospective</a:t>
            </a:r>
            <a:r>
              <a:rPr sz="1500" spc="-30" dirty="0">
                <a:latin typeface="Calibri"/>
                <a:cs typeface="Calibri"/>
              </a:rPr>
              <a:t> </a:t>
            </a:r>
            <a:r>
              <a:rPr sz="1500" dirty="0">
                <a:latin typeface="Calibri"/>
                <a:cs typeface="Calibri"/>
              </a:rPr>
              <a:t>Companion</a:t>
            </a:r>
            <a:r>
              <a:rPr sz="1500" spc="-34" dirty="0">
                <a:latin typeface="Calibri"/>
                <a:cs typeface="Calibri"/>
              </a:rPr>
              <a:t> </a:t>
            </a:r>
            <a:r>
              <a:rPr sz="1500" dirty="0">
                <a:latin typeface="Calibri"/>
                <a:cs typeface="Calibri"/>
              </a:rPr>
              <a:t>right</a:t>
            </a:r>
            <a:r>
              <a:rPr sz="1500" spc="-34" dirty="0">
                <a:latin typeface="Calibri"/>
                <a:cs typeface="Calibri"/>
              </a:rPr>
              <a:t> </a:t>
            </a:r>
            <a:r>
              <a:rPr sz="1500" dirty="0">
                <a:latin typeface="Calibri"/>
                <a:cs typeface="Calibri"/>
              </a:rPr>
              <a:t>for</a:t>
            </a:r>
            <a:r>
              <a:rPr sz="1500" spc="-30" dirty="0">
                <a:latin typeface="Calibri"/>
                <a:cs typeface="Calibri"/>
              </a:rPr>
              <a:t> </a:t>
            </a:r>
            <a:r>
              <a:rPr sz="1500" dirty="0">
                <a:latin typeface="Calibri"/>
                <a:cs typeface="Calibri"/>
              </a:rPr>
              <a:t>their</a:t>
            </a:r>
            <a:r>
              <a:rPr sz="1500" spc="-30" dirty="0">
                <a:latin typeface="Calibri"/>
                <a:cs typeface="Calibri"/>
              </a:rPr>
              <a:t> </a:t>
            </a:r>
            <a:r>
              <a:rPr sz="1500" spc="-8" dirty="0">
                <a:latin typeface="Calibri"/>
                <a:cs typeface="Calibri"/>
              </a:rPr>
              <a:t>Chapter?</a:t>
            </a:r>
            <a:endParaRPr sz="1500">
              <a:latin typeface="Calibri"/>
              <a:cs typeface="Calibri"/>
            </a:endParaRPr>
          </a:p>
          <a:p>
            <a:pPr marL="342424" indent="-332899">
              <a:spcBef>
                <a:spcPts val="300"/>
              </a:spcBef>
              <a:buClr>
                <a:srgbClr val="A99968"/>
              </a:buClr>
              <a:buSzPct val="150000"/>
              <a:buFont typeface="Calibri"/>
              <a:buAutoNum type="arabicPeriod"/>
              <a:tabLst>
                <a:tab pos="342424" algn="l"/>
              </a:tabLst>
            </a:pPr>
            <a:r>
              <a:rPr sz="1500" dirty="0">
                <a:latin typeface="Calibri"/>
                <a:cs typeface="Calibri"/>
              </a:rPr>
              <a:t>Is</a:t>
            </a:r>
            <a:r>
              <a:rPr sz="1500" spc="-38"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Chapter</a:t>
            </a:r>
            <a:r>
              <a:rPr sz="1500" spc="-38" dirty="0">
                <a:latin typeface="Calibri"/>
                <a:cs typeface="Calibri"/>
              </a:rPr>
              <a:t> </a:t>
            </a:r>
            <a:r>
              <a:rPr sz="1500" dirty="0">
                <a:latin typeface="Calibri"/>
                <a:cs typeface="Calibri"/>
              </a:rPr>
              <a:t>right</a:t>
            </a:r>
            <a:r>
              <a:rPr sz="1500" spc="-34" dirty="0">
                <a:latin typeface="Calibri"/>
                <a:cs typeface="Calibri"/>
              </a:rPr>
              <a:t> </a:t>
            </a:r>
            <a:r>
              <a:rPr sz="1500" dirty="0">
                <a:latin typeface="Calibri"/>
                <a:cs typeface="Calibri"/>
              </a:rPr>
              <a:t>for</a:t>
            </a:r>
            <a:r>
              <a:rPr sz="1500" spc="-38"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Prospective</a:t>
            </a:r>
            <a:r>
              <a:rPr sz="1500" spc="-34" dirty="0">
                <a:latin typeface="Calibri"/>
                <a:cs typeface="Calibri"/>
              </a:rPr>
              <a:t> </a:t>
            </a:r>
            <a:r>
              <a:rPr sz="1500" spc="-8" dirty="0">
                <a:latin typeface="Calibri"/>
                <a:cs typeface="Calibri"/>
              </a:rPr>
              <a:t>Companion?</a:t>
            </a:r>
            <a:endParaRPr sz="1500">
              <a:latin typeface="Calibri"/>
              <a:cs typeface="Calibri"/>
            </a:endParaRPr>
          </a:p>
          <a:p>
            <a:pPr marL="9525">
              <a:spcBef>
                <a:spcPts val="1425"/>
              </a:spcBef>
            </a:pPr>
            <a:r>
              <a:rPr sz="1500" dirty="0">
                <a:latin typeface="Calibri"/>
                <a:cs typeface="Calibri"/>
              </a:rPr>
              <a:t>If</a:t>
            </a:r>
            <a:r>
              <a:rPr sz="1500" spc="-30" dirty="0">
                <a:latin typeface="Calibri"/>
                <a:cs typeface="Calibri"/>
              </a:rPr>
              <a:t> </a:t>
            </a:r>
            <a:r>
              <a:rPr sz="1500" dirty="0">
                <a:latin typeface="Calibri"/>
                <a:cs typeface="Calibri"/>
              </a:rPr>
              <a:t>either</a:t>
            </a:r>
            <a:r>
              <a:rPr sz="1500" spc="-26"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in</a:t>
            </a:r>
            <a:r>
              <a:rPr sz="1500" spc="-30" dirty="0">
                <a:latin typeface="Calibri"/>
                <a:cs typeface="Calibri"/>
              </a:rPr>
              <a:t> </a:t>
            </a:r>
            <a:r>
              <a:rPr sz="1500" dirty="0">
                <a:latin typeface="Calibri"/>
                <a:cs typeface="Calibri"/>
              </a:rPr>
              <a:t>doubt,</a:t>
            </a:r>
            <a:r>
              <a:rPr sz="1500" spc="-26" dirty="0">
                <a:latin typeface="Calibri"/>
                <a:cs typeface="Calibri"/>
              </a:rPr>
              <a:t> </a:t>
            </a:r>
            <a:r>
              <a:rPr sz="1500" dirty="0">
                <a:latin typeface="Calibri"/>
                <a:cs typeface="Calibri"/>
              </a:rPr>
              <a:t>other</a:t>
            </a:r>
            <a:r>
              <a:rPr sz="1500" spc="-26" dirty="0">
                <a:latin typeface="Calibri"/>
                <a:cs typeface="Calibri"/>
              </a:rPr>
              <a:t> </a:t>
            </a:r>
            <a:r>
              <a:rPr sz="1500" spc="-8" dirty="0">
                <a:latin typeface="Calibri"/>
                <a:cs typeface="Calibri"/>
              </a:rPr>
              <a:t>Chapters</a:t>
            </a:r>
            <a:r>
              <a:rPr sz="1500" spc="-30" dirty="0">
                <a:latin typeface="Calibri"/>
                <a:cs typeface="Calibri"/>
              </a:rPr>
              <a:t> </a:t>
            </a:r>
            <a:r>
              <a:rPr sz="1500" dirty="0">
                <a:latin typeface="Calibri"/>
                <a:cs typeface="Calibri"/>
              </a:rPr>
              <a:t>should</a:t>
            </a:r>
            <a:r>
              <a:rPr sz="1500" spc="-26" dirty="0">
                <a:latin typeface="Calibri"/>
                <a:cs typeface="Calibri"/>
              </a:rPr>
              <a:t> </a:t>
            </a:r>
            <a:r>
              <a:rPr sz="1500" dirty="0">
                <a:latin typeface="Calibri"/>
                <a:cs typeface="Calibri"/>
              </a:rPr>
              <a:t>be</a:t>
            </a:r>
            <a:r>
              <a:rPr sz="1500" spc="-26" dirty="0">
                <a:latin typeface="Calibri"/>
                <a:cs typeface="Calibri"/>
              </a:rPr>
              <a:t> </a:t>
            </a:r>
            <a:r>
              <a:rPr sz="1500" spc="-8" dirty="0">
                <a:latin typeface="Calibri"/>
                <a:cs typeface="Calibri"/>
              </a:rPr>
              <a:t>considered.</a:t>
            </a:r>
            <a:endParaRPr sz="1500">
              <a:latin typeface="Calibri"/>
              <a:cs typeface="Calibri"/>
            </a:endParaRPr>
          </a:p>
          <a:p>
            <a:pPr>
              <a:spcBef>
                <a:spcPts val="191"/>
              </a:spcBef>
            </a:pPr>
            <a:endParaRPr sz="1500">
              <a:latin typeface="Calibri"/>
              <a:cs typeface="Calibri"/>
            </a:endParaRPr>
          </a:p>
          <a:p>
            <a:pPr marL="1297304"/>
            <a:r>
              <a:rPr sz="1425" b="1" dirty="0">
                <a:solidFill>
                  <a:srgbClr val="B02E24"/>
                </a:solidFill>
                <a:latin typeface="Calibri"/>
                <a:cs typeface="Calibri"/>
                <a:hlinkClick r:id="rId5"/>
              </a:rPr>
              <a:t>The</a:t>
            </a:r>
            <a:r>
              <a:rPr sz="1425" b="1" spc="-41" dirty="0">
                <a:solidFill>
                  <a:srgbClr val="B02E24"/>
                </a:solidFill>
                <a:latin typeface="Calibri"/>
                <a:cs typeface="Calibri"/>
                <a:hlinkClick r:id="rId5"/>
              </a:rPr>
              <a:t> </a:t>
            </a:r>
            <a:r>
              <a:rPr sz="1425" b="1" dirty="0">
                <a:solidFill>
                  <a:srgbClr val="B02E24"/>
                </a:solidFill>
                <a:latin typeface="Calibri"/>
                <a:cs typeface="Calibri"/>
                <a:hlinkClick r:id="rId5"/>
              </a:rPr>
              <a:t>Right</a:t>
            </a:r>
            <a:r>
              <a:rPr sz="1425" b="1" spc="-41" dirty="0">
                <a:solidFill>
                  <a:srgbClr val="B02E24"/>
                </a:solidFill>
                <a:latin typeface="Calibri"/>
                <a:cs typeface="Calibri"/>
                <a:hlinkClick r:id="rId5"/>
              </a:rPr>
              <a:t> </a:t>
            </a:r>
            <a:r>
              <a:rPr sz="1425" b="1" spc="-8" dirty="0">
                <a:solidFill>
                  <a:srgbClr val="B02E24"/>
                </a:solidFill>
                <a:latin typeface="Calibri"/>
                <a:cs typeface="Calibri"/>
                <a:hlinkClick r:id="rId5"/>
              </a:rPr>
              <a:t>Chapter</a:t>
            </a:r>
            <a:endParaRPr sz="1425">
              <a:latin typeface="Calibri"/>
              <a:cs typeface="Calibri"/>
            </a:endParaRPr>
          </a:p>
        </p:txBody>
      </p:sp>
      <p:grpSp>
        <p:nvGrpSpPr>
          <p:cNvPr id="14" name="object 14"/>
          <p:cNvGrpSpPr/>
          <p:nvPr/>
        </p:nvGrpSpPr>
        <p:grpSpPr>
          <a:xfrm>
            <a:off x="0" y="6246019"/>
            <a:ext cx="12192000" cy="611981"/>
            <a:chOff x="0" y="8328025"/>
            <a:chExt cx="16256000" cy="815975"/>
          </a:xfrm>
        </p:grpSpPr>
        <p:sp>
          <p:nvSpPr>
            <p:cNvPr id="15" name="object 15"/>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6" name="object 16"/>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7" name="object 17"/>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8" name="object 18"/>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9" name="object 19"/>
            <p:cNvPicPr/>
            <p:nvPr/>
          </p:nvPicPr>
          <p:blipFill>
            <a:blip r:embed="rId7" cstate="print"/>
            <a:stretch>
              <a:fillRect/>
            </a:stretch>
          </p:blipFill>
          <p:spPr>
            <a:xfrm>
              <a:off x="317500" y="8601503"/>
              <a:ext cx="610382" cy="250854"/>
            </a:xfrm>
            <a:prstGeom prst="rect">
              <a:avLst/>
            </a:prstGeom>
          </p:spPr>
        </p:pic>
        <p:sp>
          <p:nvSpPr>
            <p:cNvPr id="20" name="object 20"/>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21" name="object 21"/>
            <p:cNvPicPr/>
            <p:nvPr/>
          </p:nvPicPr>
          <p:blipFill>
            <a:blip r:embed="rId8" cstate="print"/>
            <a:stretch>
              <a:fillRect/>
            </a:stretch>
          </p:blipFill>
          <p:spPr>
            <a:xfrm>
              <a:off x="2385576" y="8601503"/>
              <a:ext cx="704542" cy="290622"/>
            </a:xfrm>
            <a:prstGeom prst="rect">
              <a:avLst/>
            </a:prstGeom>
          </p:spPr>
        </p:pic>
        <p:pic>
          <p:nvPicPr>
            <p:cNvPr id="22" name="object 22"/>
            <p:cNvPicPr/>
            <p:nvPr/>
          </p:nvPicPr>
          <p:blipFill>
            <a:blip r:embed="rId9" cstate="print"/>
            <a:stretch>
              <a:fillRect/>
            </a:stretch>
          </p:blipFill>
          <p:spPr>
            <a:xfrm>
              <a:off x="1505752" y="8642926"/>
              <a:ext cx="669089" cy="203733"/>
            </a:xfrm>
            <a:prstGeom prst="rect">
              <a:avLst/>
            </a:prstGeom>
          </p:spPr>
        </p:pic>
        <p:pic>
          <p:nvPicPr>
            <p:cNvPr id="23" name="object 23"/>
            <p:cNvPicPr/>
            <p:nvPr/>
          </p:nvPicPr>
          <p:blipFill>
            <a:blip r:embed="rId10" cstate="print"/>
            <a:stretch>
              <a:fillRect/>
            </a:stretch>
          </p:blipFill>
          <p:spPr>
            <a:xfrm>
              <a:off x="1138631" y="8575779"/>
              <a:ext cx="338035" cy="338035"/>
            </a:xfrm>
            <a:prstGeom prst="rect">
              <a:avLst/>
            </a:prstGeom>
          </p:spPr>
        </p:pic>
        <p:sp>
          <p:nvSpPr>
            <p:cNvPr id="24" name="object 24"/>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1755447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3" name="object 3"/>
          <p:cNvGrpSpPr/>
          <p:nvPr/>
        </p:nvGrpSpPr>
        <p:grpSpPr>
          <a:xfrm>
            <a:off x="1856292" y="854207"/>
            <a:ext cx="207169" cy="509588"/>
            <a:chOff x="2475056" y="1138943"/>
            <a:chExt cx="276225" cy="679450"/>
          </a:xfrm>
        </p:grpSpPr>
        <p:sp>
          <p:nvSpPr>
            <p:cNvPr id="4" name="object 4"/>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5" name="object 5"/>
            <p:cNvPicPr/>
            <p:nvPr/>
          </p:nvPicPr>
          <p:blipFill>
            <a:blip r:embed="rId3" cstate="print"/>
            <a:stretch>
              <a:fillRect/>
            </a:stretch>
          </p:blipFill>
          <p:spPr>
            <a:xfrm>
              <a:off x="2487756" y="1567174"/>
              <a:ext cx="250494" cy="238239"/>
            </a:xfrm>
            <a:prstGeom prst="rect">
              <a:avLst/>
            </a:prstGeom>
          </p:spPr>
        </p:pic>
        <p:sp>
          <p:nvSpPr>
            <p:cNvPr id="6" name="object 6"/>
            <p:cNvSpPr/>
            <p:nvPr/>
          </p:nvSpPr>
          <p:spPr>
            <a:xfrm>
              <a:off x="2487756" y="1567174"/>
              <a:ext cx="250825" cy="238760"/>
            </a:xfrm>
            <a:custGeom>
              <a:avLst/>
              <a:gdLst/>
              <a:ahLst/>
              <a:cxnLst/>
              <a:rect l="l" t="t" r="r" b="b"/>
              <a:pathLst>
                <a:path w="250825" h="238760">
                  <a:moveTo>
                    <a:pt x="135521" y="4127"/>
                  </a:moveTo>
                  <a:lnTo>
                    <a:pt x="129844" y="0"/>
                  </a:lnTo>
                  <a:lnTo>
                    <a:pt x="120649" y="0"/>
                  </a:lnTo>
                  <a:lnTo>
                    <a:pt x="114973" y="4127"/>
                  </a:lnTo>
                  <a:lnTo>
                    <a:pt x="8521" y="81470"/>
                  </a:lnTo>
                  <a:lnTo>
                    <a:pt x="2844" y="85585"/>
                  </a:lnTo>
                  <a:lnTo>
                    <a:pt x="0" y="94348"/>
                  </a:lnTo>
                  <a:lnTo>
                    <a:pt x="2171" y="101015"/>
                  </a:lnTo>
                  <a:lnTo>
                    <a:pt x="42837" y="226148"/>
                  </a:lnTo>
                  <a:lnTo>
                    <a:pt x="44996" y="232829"/>
                  </a:lnTo>
                  <a:lnTo>
                    <a:pt x="52438" y="238239"/>
                  </a:lnTo>
                  <a:lnTo>
                    <a:pt x="59461" y="238239"/>
                  </a:lnTo>
                  <a:lnTo>
                    <a:pt x="191033" y="238239"/>
                  </a:lnTo>
                  <a:lnTo>
                    <a:pt x="198056" y="238239"/>
                  </a:lnTo>
                  <a:lnTo>
                    <a:pt x="205498" y="232829"/>
                  </a:lnTo>
                  <a:lnTo>
                    <a:pt x="207657" y="226148"/>
                  </a:lnTo>
                  <a:lnTo>
                    <a:pt x="248323" y="101015"/>
                  </a:lnTo>
                  <a:lnTo>
                    <a:pt x="250494" y="94348"/>
                  </a:lnTo>
                  <a:lnTo>
                    <a:pt x="247649" y="85585"/>
                  </a:lnTo>
                  <a:lnTo>
                    <a:pt x="241973" y="81470"/>
                  </a:lnTo>
                  <a:lnTo>
                    <a:pt x="135521" y="4127"/>
                  </a:lnTo>
                  <a:close/>
                </a:path>
              </a:pathLst>
            </a:custGeom>
            <a:ln w="25399">
              <a:solidFill>
                <a:srgbClr val="B02E24"/>
              </a:solidFill>
            </a:ln>
          </p:spPr>
          <p:txBody>
            <a:bodyPr wrap="square" lIns="0" tIns="0" rIns="0" bIns="0" rtlCol="0"/>
            <a:lstStyle/>
            <a:p>
              <a:endParaRPr sz="1350"/>
            </a:p>
          </p:txBody>
        </p:sp>
      </p:grpSp>
      <p:sp>
        <p:nvSpPr>
          <p:cNvPr id="7" name="object 7"/>
          <p:cNvSpPr txBox="1"/>
          <p:nvPr/>
        </p:nvSpPr>
        <p:spPr>
          <a:xfrm>
            <a:off x="333375" y="763505"/>
            <a:ext cx="5905976" cy="5055871"/>
          </a:xfrm>
          <a:prstGeom prst="rect">
            <a:avLst/>
          </a:prstGeom>
        </p:spPr>
        <p:txBody>
          <a:bodyPr vert="horz" wrap="square" lIns="0" tIns="9525" rIns="0" bIns="0" rtlCol="0">
            <a:spAutoFit/>
          </a:bodyPr>
          <a:lstStyle/>
          <a:p>
            <a:pPr marL="1758315">
              <a:spcBef>
                <a:spcPts val="75"/>
              </a:spcBef>
            </a:pPr>
            <a:r>
              <a:rPr sz="2250" b="1" dirty="0">
                <a:latin typeface="Calibri"/>
                <a:cs typeface="Calibri"/>
              </a:rPr>
              <a:t>Screening</a:t>
            </a:r>
            <a:r>
              <a:rPr sz="2250" b="1" spc="-109" dirty="0">
                <a:latin typeface="Calibri"/>
                <a:cs typeface="Calibri"/>
              </a:rPr>
              <a:t> </a:t>
            </a:r>
            <a:r>
              <a:rPr sz="2250" b="1" spc="-8" dirty="0">
                <a:latin typeface="Calibri"/>
                <a:cs typeface="Calibri"/>
              </a:rPr>
              <a:t>Prospective</a:t>
            </a:r>
            <a:r>
              <a:rPr sz="2250" b="1" spc="-105" dirty="0">
                <a:latin typeface="Calibri"/>
                <a:cs typeface="Calibri"/>
              </a:rPr>
              <a:t> </a:t>
            </a:r>
            <a:r>
              <a:rPr sz="2250" b="1" spc="-8" dirty="0">
                <a:latin typeface="Calibri"/>
                <a:cs typeface="Calibri"/>
              </a:rPr>
              <a:t>Companions</a:t>
            </a:r>
            <a:endParaRPr sz="2250">
              <a:latin typeface="Calibri"/>
              <a:cs typeface="Calibri"/>
            </a:endParaRPr>
          </a:p>
          <a:p>
            <a:pPr marL="1782128">
              <a:spcBef>
                <a:spcPts val="75"/>
              </a:spcBef>
            </a:pPr>
            <a:r>
              <a:rPr sz="1875" spc="-8" dirty="0">
                <a:latin typeface="Calibri"/>
                <a:cs typeface="Calibri"/>
              </a:rPr>
              <a:t>Commitment</a:t>
            </a:r>
            <a:endParaRPr sz="1875">
              <a:latin typeface="Calibri"/>
              <a:cs typeface="Calibri"/>
            </a:endParaRPr>
          </a:p>
          <a:p>
            <a:pPr>
              <a:spcBef>
                <a:spcPts val="611"/>
              </a:spcBef>
            </a:pPr>
            <a:endParaRPr sz="1875">
              <a:latin typeface="Calibri"/>
              <a:cs typeface="Calibri"/>
            </a:endParaRPr>
          </a:p>
          <a:p>
            <a:pPr marL="9525" marR="53816">
              <a:lnSpc>
                <a:spcPct val="125000"/>
              </a:lnSpc>
            </a:pPr>
            <a:r>
              <a:rPr sz="1500" dirty="0">
                <a:latin typeface="Calibri"/>
                <a:cs typeface="Calibri"/>
              </a:rPr>
              <a:t>There</a:t>
            </a:r>
            <a:r>
              <a:rPr sz="1500" spc="-38" dirty="0">
                <a:latin typeface="Calibri"/>
                <a:cs typeface="Calibri"/>
              </a:rPr>
              <a:t> </a:t>
            </a:r>
            <a:r>
              <a:rPr sz="1500" dirty="0">
                <a:latin typeface="Calibri"/>
                <a:cs typeface="Calibri"/>
              </a:rPr>
              <a:t>are</a:t>
            </a:r>
            <a:r>
              <a:rPr sz="1500" spc="-34" dirty="0">
                <a:latin typeface="Calibri"/>
                <a:cs typeface="Calibri"/>
              </a:rPr>
              <a:t> </a:t>
            </a:r>
            <a:r>
              <a:rPr sz="1500" dirty="0">
                <a:latin typeface="Calibri"/>
                <a:cs typeface="Calibri"/>
              </a:rPr>
              <a:t>a</a:t>
            </a:r>
            <a:r>
              <a:rPr sz="1500" spc="-38" dirty="0">
                <a:latin typeface="Calibri"/>
                <a:cs typeface="Calibri"/>
              </a:rPr>
              <a:t> </a:t>
            </a:r>
            <a:r>
              <a:rPr sz="1500" dirty="0">
                <a:latin typeface="Calibri"/>
                <a:cs typeface="Calibri"/>
              </a:rPr>
              <a:t>number</a:t>
            </a:r>
            <a:r>
              <a:rPr sz="1500" spc="-34" dirty="0">
                <a:latin typeface="Calibri"/>
                <a:cs typeface="Calibri"/>
              </a:rPr>
              <a:t> </a:t>
            </a:r>
            <a:r>
              <a:rPr sz="1500" dirty="0">
                <a:latin typeface="Calibri"/>
                <a:cs typeface="Calibri"/>
              </a:rPr>
              <a:t>of</a:t>
            </a:r>
            <a:r>
              <a:rPr sz="1500" spc="-38" dirty="0">
                <a:latin typeface="Calibri"/>
                <a:cs typeface="Calibri"/>
              </a:rPr>
              <a:t> </a:t>
            </a:r>
            <a:r>
              <a:rPr sz="1500" spc="-15" dirty="0">
                <a:latin typeface="Calibri"/>
                <a:cs typeface="Calibri"/>
              </a:rPr>
              <a:t>differences</a:t>
            </a:r>
            <a:r>
              <a:rPr sz="1500" spc="-41" dirty="0">
                <a:latin typeface="Calibri"/>
                <a:cs typeface="Calibri"/>
              </a:rPr>
              <a:t> </a:t>
            </a:r>
            <a:r>
              <a:rPr sz="1500" spc="-8" dirty="0">
                <a:latin typeface="Calibri"/>
                <a:cs typeface="Calibri"/>
              </a:rPr>
              <a:t>between</a:t>
            </a:r>
            <a:r>
              <a:rPr sz="1500" spc="-38" dirty="0">
                <a:latin typeface="Calibri"/>
                <a:cs typeface="Calibri"/>
              </a:rPr>
              <a:t> </a:t>
            </a:r>
            <a:r>
              <a:rPr sz="1500" dirty="0">
                <a:latin typeface="Calibri"/>
                <a:cs typeface="Calibri"/>
              </a:rPr>
              <a:t>Craft</a:t>
            </a:r>
            <a:r>
              <a:rPr sz="1500" spc="-38" dirty="0">
                <a:latin typeface="Calibri"/>
                <a:cs typeface="Calibri"/>
              </a:rPr>
              <a:t> </a:t>
            </a:r>
            <a:r>
              <a:rPr sz="1500" dirty="0">
                <a:latin typeface="Calibri"/>
                <a:cs typeface="Calibri"/>
              </a:rPr>
              <a:t>and</a:t>
            </a:r>
            <a:r>
              <a:rPr sz="1500" spc="-38" dirty="0">
                <a:latin typeface="Calibri"/>
                <a:cs typeface="Calibri"/>
              </a:rPr>
              <a:t> </a:t>
            </a:r>
            <a:r>
              <a:rPr sz="1500" dirty="0">
                <a:latin typeface="Calibri"/>
                <a:cs typeface="Calibri"/>
              </a:rPr>
              <a:t>Chapter</a:t>
            </a:r>
            <a:r>
              <a:rPr sz="1500" spc="-34" dirty="0">
                <a:latin typeface="Calibri"/>
                <a:cs typeface="Calibri"/>
              </a:rPr>
              <a:t> </a:t>
            </a:r>
            <a:r>
              <a:rPr sz="1500" spc="-8" dirty="0">
                <a:latin typeface="Calibri"/>
                <a:cs typeface="Calibri"/>
              </a:rPr>
              <a:t>membership, </a:t>
            </a:r>
            <a:r>
              <a:rPr sz="1500" dirty="0">
                <a:latin typeface="Calibri"/>
                <a:cs typeface="Calibri"/>
              </a:rPr>
              <a:t>all</a:t>
            </a:r>
            <a:r>
              <a:rPr sz="1500" spc="-41" dirty="0">
                <a:latin typeface="Calibri"/>
                <a:cs typeface="Calibri"/>
              </a:rPr>
              <a:t> </a:t>
            </a:r>
            <a:r>
              <a:rPr sz="1500" dirty="0">
                <a:latin typeface="Calibri"/>
                <a:cs typeface="Calibri"/>
              </a:rPr>
              <a:t>of</a:t>
            </a:r>
            <a:r>
              <a:rPr sz="1500" spc="-41" dirty="0">
                <a:latin typeface="Calibri"/>
                <a:cs typeface="Calibri"/>
              </a:rPr>
              <a:t> </a:t>
            </a:r>
            <a:r>
              <a:rPr sz="1500" dirty="0">
                <a:latin typeface="Calibri"/>
                <a:cs typeface="Calibri"/>
              </a:rPr>
              <a:t>which</a:t>
            </a:r>
            <a:r>
              <a:rPr sz="1500" spc="-41" dirty="0">
                <a:latin typeface="Calibri"/>
                <a:cs typeface="Calibri"/>
              </a:rPr>
              <a:t> </a:t>
            </a:r>
            <a:r>
              <a:rPr sz="1500" dirty="0">
                <a:latin typeface="Calibri"/>
                <a:cs typeface="Calibri"/>
              </a:rPr>
              <a:t>have</a:t>
            </a:r>
            <a:r>
              <a:rPr sz="1500" spc="-38" dirty="0">
                <a:latin typeface="Calibri"/>
                <a:cs typeface="Calibri"/>
              </a:rPr>
              <a:t> </a:t>
            </a:r>
            <a:r>
              <a:rPr sz="1500" spc="-8" dirty="0">
                <a:latin typeface="Calibri"/>
                <a:cs typeface="Calibri"/>
              </a:rPr>
              <a:t>associated</a:t>
            </a:r>
            <a:r>
              <a:rPr sz="1500" spc="-41" dirty="0">
                <a:latin typeface="Calibri"/>
                <a:cs typeface="Calibri"/>
              </a:rPr>
              <a:t> </a:t>
            </a:r>
            <a:r>
              <a:rPr sz="1500" spc="-8" dirty="0">
                <a:latin typeface="Calibri"/>
                <a:cs typeface="Calibri"/>
              </a:rPr>
              <a:t>financial</a:t>
            </a:r>
            <a:r>
              <a:rPr sz="1500" spc="-38" dirty="0">
                <a:latin typeface="Calibri"/>
                <a:cs typeface="Calibri"/>
              </a:rPr>
              <a:t> </a:t>
            </a:r>
            <a:r>
              <a:rPr sz="1500" spc="-8" dirty="0">
                <a:latin typeface="Calibri"/>
                <a:cs typeface="Calibri"/>
              </a:rPr>
              <a:t>commitments,</a:t>
            </a:r>
            <a:r>
              <a:rPr sz="1500" spc="-38" dirty="0">
                <a:latin typeface="Calibri"/>
                <a:cs typeface="Calibri"/>
              </a:rPr>
              <a:t> </a:t>
            </a:r>
            <a:r>
              <a:rPr sz="1500" dirty="0">
                <a:latin typeface="Calibri"/>
                <a:cs typeface="Calibri"/>
              </a:rPr>
              <a:t>from</a:t>
            </a:r>
            <a:r>
              <a:rPr sz="1500" spc="-38" dirty="0">
                <a:latin typeface="Calibri"/>
                <a:cs typeface="Calibri"/>
              </a:rPr>
              <a:t> </a:t>
            </a:r>
            <a:r>
              <a:rPr sz="1500" dirty="0">
                <a:latin typeface="Calibri"/>
                <a:cs typeface="Calibri"/>
              </a:rPr>
              <a:t>the</a:t>
            </a:r>
            <a:r>
              <a:rPr sz="1500" spc="-38" dirty="0">
                <a:latin typeface="Calibri"/>
                <a:cs typeface="Calibri"/>
              </a:rPr>
              <a:t> </a:t>
            </a:r>
            <a:r>
              <a:rPr sz="1500" dirty="0">
                <a:latin typeface="Calibri"/>
                <a:cs typeface="Calibri"/>
              </a:rPr>
              <a:t>frequency</a:t>
            </a:r>
            <a:r>
              <a:rPr sz="1500" spc="-38" dirty="0">
                <a:latin typeface="Calibri"/>
                <a:cs typeface="Calibri"/>
              </a:rPr>
              <a:t> </a:t>
            </a:r>
            <a:r>
              <a:rPr sz="1500" spc="-19" dirty="0">
                <a:latin typeface="Calibri"/>
                <a:cs typeface="Calibri"/>
              </a:rPr>
              <a:t>of </a:t>
            </a:r>
            <a:r>
              <a:rPr sz="1500" spc="-8" dirty="0">
                <a:latin typeface="Calibri"/>
                <a:cs typeface="Calibri"/>
              </a:rPr>
              <a:t>meetings</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increased</a:t>
            </a:r>
            <a:r>
              <a:rPr sz="1500" spc="-41" dirty="0">
                <a:latin typeface="Calibri"/>
                <a:cs typeface="Calibri"/>
              </a:rPr>
              <a:t> </a:t>
            </a:r>
            <a:r>
              <a:rPr sz="1500" spc="-8" dirty="0">
                <a:latin typeface="Calibri"/>
                <a:cs typeface="Calibri"/>
              </a:rPr>
              <a:t>up-</a:t>
            </a:r>
            <a:r>
              <a:rPr sz="1500" dirty="0">
                <a:latin typeface="Calibri"/>
                <a:cs typeface="Calibri"/>
              </a:rPr>
              <a:t>front</a:t>
            </a:r>
            <a:r>
              <a:rPr sz="1500" spc="-38" dirty="0">
                <a:latin typeface="Calibri"/>
                <a:cs typeface="Calibri"/>
              </a:rPr>
              <a:t> </a:t>
            </a:r>
            <a:r>
              <a:rPr sz="1500" dirty="0">
                <a:latin typeface="Calibri"/>
                <a:cs typeface="Calibri"/>
              </a:rPr>
              <a:t>costs</a:t>
            </a:r>
            <a:r>
              <a:rPr sz="1500" spc="-41" dirty="0">
                <a:latin typeface="Calibri"/>
                <a:cs typeface="Calibri"/>
              </a:rPr>
              <a:t> </a:t>
            </a:r>
            <a:r>
              <a:rPr sz="1500" spc="-8" dirty="0">
                <a:latin typeface="Calibri"/>
                <a:cs typeface="Calibri"/>
              </a:rPr>
              <a:t>associated</a:t>
            </a:r>
            <a:r>
              <a:rPr sz="1500" spc="-38" dirty="0">
                <a:latin typeface="Calibri"/>
                <a:cs typeface="Calibri"/>
              </a:rPr>
              <a:t> </a:t>
            </a:r>
            <a:r>
              <a:rPr sz="1500" dirty="0">
                <a:latin typeface="Calibri"/>
                <a:cs typeface="Calibri"/>
              </a:rPr>
              <a:t>with</a:t>
            </a:r>
            <a:r>
              <a:rPr sz="1500" spc="-41" dirty="0">
                <a:latin typeface="Calibri"/>
                <a:cs typeface="Calibri"/>
              </a:rPr>
              <a:t> </a:t>
            </a:r>
            <a:r>
              <a:rPr sz="1500" spc="-8" dirty="0">
                <a:latin typeface="Calibri"/>
                <a:cs typeface="Calibri"/>
              </a:rPr>
              <a:t>joining.</a:t>
            </a:r>
            <a:endParaRPr sz="1500">
              <a:latin typeface="Calibri"/>
              <a:cs typeface="Calibri"/>
            </a:endParaRPr>
          </a:p>
          <a:p>
            <a:pPr marL="9525" marR="32385" algn="just">
              <a:lnSpc>
                <a:spcPct val="125000"/>
              </a:lnSpc>
              <a:spcBef>
                <a:spcPts val="1500"/>
              </a:spcBef>
            </a:pPr>
            <a:r>
              <a:rPr sz="1500" dirty="0">
                <a:latin typeface="Calibri"/>
                <a:cs typeface="Calibri"/>
              </a:rPr>
              <a:t>Time</a:t>
            </a:r>
            <a:r>
              <a:rPr sz="1500" spc="-34" dirty="0">
                <a:latin typeface="Calibri"/>
                <a:cs typeface="Calibri"/>
              </a:rPr>
              <a:t> </a:t>
            </a:r>
            <a:r>
              <a:rPr sz="1500" dirty="0">
                <a:latin typeface="Calibri"/>
                <a:cs typeface="Calibri"/>
              </a:rPr>
              <a:t>should</a:t>
            </a:r>
            <a:r>
              <a:rPr sz="1500" spc="-34" dirty="0">
                <a:latin typeface="Calibri"/>
                <a:cs typeface="Calibri"/>
              </a:rPr>
              <a:t> </a:t>
            </a:r>
            <a:r>
              <a:rPr sz="1500" dirty="0">
                <a:latin typeface="Calibri"/>
                <a:cs typeface="Calibri"/>
              </a:rPr>
              <a:t>be</a:t>
            </a:r>
            <a:r>
              <a:rPr sz="1500" spc="-30" dirty="0">
                <a:latin typeface="Calibri"/>
                <a:cs typeface="Calibri"/>
              </a:rPr>
              <a:t> </a:t>
            </a:r>
            <a:r>
              <a:rPr sz="1500" dirty="0">
                <a:latin typeface="Calibri"/>
                <a:cs typeface="Calibri"/>
              </a:rPr>
              <a:t>spent</a:t>
            </a:r>
            <a:r>
              <a:rPr sz="1500" spc="-34" dirty="0">
                <a:latin typeface="Calibri"/>
                <a:cs typeface="Calibri"/>
              </a:rPr>
              <a:t> </a:t>
            </a:r>
            <a:r>
              <a:rPr sz="1500" dirty="0">
                <a:latin typeface="Calibri"/>
                <a:cs typeface="Calibri"/>
              </a:rPr>
              <a:t>with</a:t>
            </a:r>
            <a:r>
              <a:rPr sz="1500" spc="-34" dirty="0">
                <a:latin typeface="Calibri"/>
                <a:cs typeface="Calibri"/>
              </a:rPr>
              <a:t> </a:t>
            </a:r>
            <a:r>
              <a:rPr sz="1500" spc="-8" dirty="0">
                <a:latin typeface="Calibri"/>
                <a:cs typeface="Calibri"/>
              </a:rPr>
              <a:t>Prospective</a:t>
            </a:r>
            <a:r>
              <a:rPr sz="1500" spc="-30" dirty="0">
                <a:latin typeface="Calibri"/>
                <a:cs typeface="Calibri"/>
              </a:rPr>
              <a:t> </a:t>
            </a:r>
            <a:r>
              <a:rPr sz="1500" dirty="0">
                <a:latin typeface="Calibri"/>
                <a:cs typeface="Calibri"/>
              </a:rPr>
              <a:t>Companions</a:t>
            </a:r>
            <a:r>
              <a:rPr sz="1500" spc="-34" dirty="0">
                <a:latin typeface="Calibri"/>
                <a:cs typeface="Calibri"/>
              </a:rPr>
              <a:t> </a:t>
            </a:r>
            <a:r>
              <a:rPr sz="1500" dirty="0">
                <a:latin typeface="Calibri"/>
                <a:cs typeface="Calibri"/>
              </a:rPr>
              <a:t>as</a:t>
            </a:r>
            <a:r>
              <a:rPr sz="1500" spc="-34" dirty="0">
                <a:latin typeface="Calibri"/>
                <a:cs typeface="Calibri"/>
              </a:rPr>
              <a:t> </a:t>
            </a:r>
            <a:r>
              <a:rPr sz="1500" dirty="0">
                <a:latin typeface="Calibri"/>
                <a:cs typeface="Calibri"/>
              </a:rPr>
              <a:t>part</a:t>
            </a:r>
            <a:r>
              <a:rPr sz="1500" spc="-34" dirty="0">
                <a:latin typeface="Calibri"/>
                <a:cs typeface="Calibri"/>
              </a:rPr>
              <a:t> </a:t>
            </a:r>
            <a:r>
              <a:rPr sz="1500" dirty="0">
                <a:latin typeface="Calibri"/>
                <a:cs typeface="Calibri"/>
              </a:rPr>
              <a:t>of</a:t>
            </a:r>
            <a:r>
              <a:rPr sz="1500" spc="-34" dirty="0">
                <a:latin typeface="Calibri"/>
                <a:cs typeface="Calibri"/>
              </a:rPr>
              <a:t> </a:t>
            </a:r>
            <a:r>
              <a:rPr sz="1500" dirty="0">
                <a:latin typeface="Calibri"/>
                <a:cs typeface="Calibri"/>
              </a:rPr>
              <a:t>the</a:t>
            </a:r>
            <a:r>
              <a:rPr sz="1500" spc="-30" dirty="0">
                <a:latin typeface="Calibri"/>
                <a:cs typeface="Calibri"/>
              </a:rPr>
              <a:t> </a:t>
            </a:r>
            <a:r>
              <a:rPr sz="1500" spc="-8" dirty="0">
                <a:latin typeface="Calibri"/>
                <a:cs typeface="Calibri"/>
              </a:rPr>
              <a:t>screening </a:t>
            </a:r>
            <a:r>
              <a:rPr sz="1500" dirty="0">
                <a:latin typeface="Calibri"/>
                <a:cs typeface="Calibri"/>
              </a:rPr>
              <a:t>process,</a:t>
            </a:r>
            <a:r>
              <a:rPr sz="1500" spc="-38" dirty="0">
                <a:latin typeface="Calibri"/>
                <a:cs typeface="Calibri"/>
              </a:rPr>
              <a:t> </a:t>
            </a:r>
            <a:r>
              <a:rPr sz="1500" dirty="0">
                <a:latin typeface="Calibri"/>
                <a:cs typeface="Calibri"/>
              </a:rPr>
              <a:t>ensuring</a:t>
            </a:r>
            <a:r>
              <a:rPr sz="1500" spc="-34" dirty="0">
                <a:latin typeface="Calibri"/>
                <a:cs typeface="Calibri"/>
              </a:rPr>
              <a:t> </a:t>
            </a:r>
            <a:r>
              <a:rPr sz="1500" dirty="0">
                <a:latin typeface="Calibri"/>
                <a:cs typeface="Calibri"/>
              </a:rPr>
              <a:t>that,</a:t>
            </a:r>
            <a:r>
              <a:rPr sz="1500" spc="-34" dirty="0">
                <a:latin typeface="Calibri"/>
                <a:cs typeface="Calibri"/>
              </a:rPr>
              <a:t> </a:t>
            </a:r>
            <a:r>
              <a:rPr sz="1500" dirty="0">
                <a:latin typeface="Calibri"/>
                <a:cs typeface="Calibri"/>
              </a:rPr>
              <a:t>not</a:t>
            </a:r>
            <a:r>
              <a:rPr sz="1500" spc="-38" dirty="0">
                <a:latin typeface="Calibri"/>
                <a:cs typeface="Calibri"/>
              </a:rPr>
              <a:t> </a:t>
            </a:r>
            <a:r>
              <a:rPr sz="1500" dirty="0">
                <a:latin typeface="Calibri"/>
                <a:cs typeface="Calibri"/>
              </a:rPr>
              <a:t>only</a:t>
            </a:r>
            <a:r>
              <a:rPr sz="1500" spc="-34" dirty="0">
                <a:latin typeface="Calibri"/>
                <a:cs typeface="Calibri"/>
              </a:rPr>
              <a:t> </a:t>
            </a:r>
            <a:r>
              <a:rPr sz="1500" dirty="0">
                <a:latin typeface="Calibri"/>
                <a:cs typeface="Calibri"/>
              </a:rPr>
              <a:t>are</a:t>
            </a:r>
            <a:r>
              <a:rPr sz="1500" spc="-34" dirty="0">
                <a:latin typeface="Calibri"/>
                <a:cs typeface="Calibri"/>
              </a:rPr>
              <a:t> </a:t>
            </a:r>
            <a:r>
              <a:rPr sz="1500" dirty="0">
                <a:latin typeface="Calibri"/>
                <a:cs typeface="Calibri"/>
              </a:rPr>
              <a:t>they</a:t>
            </a:r>
            <a:r>
              <a:rPr sz="1500" spc="-34" dirty="0">
                <a:latin typeface="Calibri"/>
                <a:cs typeface="Calibri"/>
              </a:rPr>
              <a:t> </a:t>
            </a:r>
            <a:r>
              <a:rPr sz="1500" dirty="0">
                <a:latin typeface="Calibri"/>
                <a:cs typeface="Calibri"/>
              </a:rPr>
              <a:t>not</a:t>
            </a:r>
            <a:r>
              <a:rPr sz="1500" spc="-38" dirty="0">
                <a:latin typeface="Calibri"/>
                <a:cs typeface="Calibri"/>
              </a:rPr>
              <a:t> </a:t>
            </a:r>
            <a:r>
              <a:rPr sz="1500" spc="-8" dirty="0">
                <a:latin typeface="Calibri"/>
                <a:cs typeface="Calibri"/>
              </a:rPr>
              <a:t>overcommitting</a:t>
            </a:r>
            <a:r>
              <a:rPr sz="1500" spc="-38" dirty="0">
                <a:latin typeface="Calibri"/>
                <a:cs typeface="Calibri"/>
              </a:rPr>
              <a:t> </a:t>
            </a:r>
            <a:r>
              <a:rPr sz="1500" spc="-8" dirty="0">
                <a:latin typeface="Calibri"/>
                <a:cs typeface="Calibri"/>
              </a:rPr>
              <a:t>financially,but </a:t>
            </a:r>
            <a:r>
              <a:rPr sz="1500" dirty="0">
                <a:latin typeface="Calibri"/>
                <a:cs typeface="Calibri"/>
              </a:rPr>
              <a:t>that</a:t>
            </a:r>
            <a:r>
              <a:rPr sz="1500" spc="-41" dirty="0">
                <a:latin typeface="Calibri"/>
                <a:cs typeface="Calibri"/>
              </a:rPr>
              <a:t> </a:t>
            </a:r>
            <a:r>
              <a:rPr sz="1500" dirty="0">
                <a:latin typeface="Calibri"/>
                <a:cs typeface="Calibri"/>
              </a:rPr>
              <a:t>they</a:t>
            </a:r>
            <a:r>
              <a:rPr sz="1500" spc="-38" dirty="0">
                <a:latin typeface="Calibri"/>
                <a:cs typeface="Calibri"/>
              </a:rPr>
              <a:t> </a:t>
            </a:r>
            <a:r>
              <a:rPr sz="1500" spc="-8" dirty="0">
                <a:latin typeface="Calibri"/>
                <a:cs typeface="Calibri"/>
              </a:rPr>
              <a:t>have:-</a:t>
            </a:r>
            <a:endParaRPr sz="1500">
              <a:latin typeface="Calibri"/>
              <a:cs typeface="Calibri"/>
            </a:endParaRPr>
          </a:p>
          <a:p>
            <a:pPr>
              <a:spcBef>
                <a:spcPts val="116"/>
              </a:spcBef>
            </a:pPr>
            <a:endParaRPr sz="1500">
              <a:latin typeface="Calibri"/>
              <a:cs typeface="Calibri"/>
            </a:endParaRPr>
          </a:p>
          <a:p>
            <a:pPr marL="170497" indent="-160972">
              <a:spcBef>
                <a:spcPts val="4"/>
              </a:spcBef>
              <a:buChar char="•"/>
              <a:tabLst>
                <a:tab pos="170497" algn="l"/>
              </a:tabLst>
            </a:pPr>
            <a:r>
              <a:rPr sz="1500" dirty="0">
                <a:latin typeface="Calibri"/>
                <a:cs typeface="Calibri"/>
              </a:rPr>
              <a:t>Time</a:t>
            </a:r>
            <a:r>
              <a:rPr sz="1500" spc="-30" dirty="0">
                <a:latin typeface="Calibri"/>
                <a:cs typeface="Calibri"/>
              </a:rPr>
              <a:t> </a:t>
            </a:r>
            <a:r>
              <a:rPr sz="1500" dirty="0">
                <a:latin typeface="Calibri"/>
                <a:cs typeface="Calibri"/>
              </a:rPr>
              <a:t>for</a:t>
            </a:r>
            <a:r>
              <a:rPr sz="1500" spc="-26" dirty="0">
                <a:latin typeface="Calibri"/>
                <a:cs typeface="Calibri"/>
              </a:rPr>
              <a:t> </a:t>
            </a:r>
            <a:r>
              <a:rPr sz="1500" dirty="0">
                <a:latin typeface="Calibri"/>
                <a:cs typeface="Calibri"/>
              </a:rPr>
              <a:t>an</a:t>
            </a:r>
            <a:r>
              <a:rPr sz="1500" spc="-30" dirty="0">
                <a:latin typeface="Calibri"/>
                <a:cs typeface="Calibri"/>
              </a:rPr>
              <a:t> </a:t>
            </a:r>
            <a:r>
              <a:rPr sz="1500" spc="-8" dirty="0">
                <a:latin typeface="Calibri"/>
                <a:cs typeface="Calibri"/>
              </a:rPr>
              <a:t>additional</a:t>
            </a:r>
            <a:r>
              <a:rPr sz="1500" spc="-30" dirty="0">
                <a:latin typeface="Calibri"/>
                <a:cs typeface="Calibri"/>
              </a:rPr>
              <a:t> </a:t>
            </a:r>
            <a:r>
              <a:rPr sz="1500" spc="-8" dirty="0">
                <a:latin typeface="Calibri"/>
                <a:cs typeface="Calibri"/>
              </a:rPr>
              <a:t>commitment</a:t>
            </a:r>
            <a:endParaRPr sz="1500">
              <a:latin typeface="Calibri"/>
              <a:cs typeface="Calibri"/>
            </a:endParaRPr>
          </a:p>
          <a:p>
            <a:pPr marL="170021" marR="87629" indent="-160972">
              <a:lnSpc>
                <a:spcPct val="125000"/>
              </a:lnSpc>
              <a:spcBef>
                <a:spcPts val="1500"/>
              </a:spcBef>
              <a:buChar char="•"/>
              <a:tabLst>
                <a:tab pos="170974" algn="l"/>
              </a:tabLst>
            </a:pPr>
            <a:r>
              <a:rPr sz="1500" spc="-8" dirty="0">
                <a:latin typeface="Calibri"/>
                <a:cs typeface="Calibri"/>
              </a:rPr>
              <a:t>Bandwidth</a:t>
            </a:r>
            <a:r>
              <a:rPr sz="1500" spc="-38" dirty="0">
                <a:latin typeface="Calibri"/>
                <a:cs typeface="Calibri"/>
              </a:rPr>
              <a:t> </a:t>
            </a:r>
            <a:r>
              <a:rPr sz="1500" dirty="0">
                <a:latin typeface="Calibri"/>
                <a:cs typeface="Calibri"/>
              </a:rPr>
              <a:t>in</a:t>
            </a:r>
            <a:r>
              <a:rPr sz="1500" spc="-34" dirty="0">
                <a:latin typeface="Calibri"/>
                <a:cs typeface="Calibri"/>
              </a:rPr>
              <a:t> </a:t>
            </a:r>
            <a:r>
              <a:rPr sz="1500" dirty="0">
                <a:latin typeface="Calibri"/>
                <a:cs typeface="Calibri"/>
              </a:rPr>
              <a:t>terms</a:t>
            </a:r>
            <a:r>
              <a:rPr sz="1500" spc="-38" dirty="0">
                <a:latin typeface="Calibri"/>
                <a:cs typeface="Calibri"/>
              </a:rPr>
              <a:t> </a:t>
            </a:r>
            <a:r>
              <a:rPr sz="1500" dirty="0">
                <a:latin typeface="Calibri"/>
                <a:cs typeface="Calibri"/>
              </a:rPr>
              <a:t>of</a:t>
            </a:r>
            <a:r>
              <a:rPr sz="1500" spc="-34" dirty="0">
                <a:latin typeface="Calibri"/>
                <a:cs typeface="Calibri"/>
              </a:rPr>
              <a:t> </a:t>
            </a:r>
            <a:r>
              <a:rPr sz="1500" spc="-8" dirty="0">
                <a:latin typeface="Calibri"/>
                <a:cs typeface="Calibri"/>
              </a:rPr>
              <a:t>commitment</a:t>
            </a:r>
            <a:r>
              <a:rPr sz="1500" spc="-38"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learning</a:t>
            </a:r>
            <a:r>
              <a:rPr sz="1500" spc="-34" dirty="0">
                <a:latin typeface="Calibri"/>
                <a:cs typeface="Calibri"/>
              </a:rPr>
              <a:t> </a:t>
            </a:r>
            <a:r>
              <a:rPr sz="1500" dirty="0">
                <a:latin typeface="Calibri"/>
                <a:cs typeface="Calibri"/>
              </a:rPr>
              <a:t>new</a:t>
            </a:r>
            <a:r>
              <a:rPr sz="1500" spc="-30" dirty="0">
                <a:latin typeface="Calibri"/>
                <a:cs typeface="Calibri"/>
              </a:rPr>
              <a:t> </a:t>
            </a:r>
            <a:r>
              <a:rPr sz="1500" dirty="0">
                <a:latin typeface="Calibri"/>
                <a:cs typeface="Calibri"/>
              </a:rPr>
              <a:t>ritual,</a:t>
            </a:r>
            <a:r>
              <a:rPr sz="1500" spc="-34" dirty="0">
                <a:latin typeface="Calibri"/>
                <a:cs typeface="Calibri"/>
              </a:rPr>
              <a:t> </a:t>
            </a:r>
            <a:r>
              <a:rPr sz="1500" dirty="0">
                <a:latin typeface="Calibri"/>
                <a:cs typeface="Calibri"/>
              </a:rPr>
              <a:t>this</a:t>
            </a:r>
            <a:r>
              <a:rPr sz="1500" spc="-34" dirty="0">
                <a:latin typeface="Calibri"/>
                <a:cs typeface="Calibri"/>
              </a:rPr>
              <a:t> </a:t>
            </a:r>
            <a:r>
              <a:rPr sz="1500" dirty="0">
                <a:latin typeface="Calibri"/>
                <a:cs typeface="Calibri"/>
              </a:rPr>
              <a:t>can</a:t>
            </a:r>
            <a:r>
              <a:rPr sz="1500" spc="-34" dirty="0">
                <a:latin typeface="Calibri"/>
                <a:cs typeface="Calibri"/>
              </a:rPr>
              <a:t> </a:t>
            </a:r>
            <a:r>
              <a:rPr sz="1500" dirty="0">
                <a:latin typeface="Calibri"/>
                <a:cs typeface="Calibri"/>
              </a:rPr>
              <a:t>be</a:t>
            </a:r>
            <a:r>
              <a:rPr sz="1500" spc="-34" dirty="0">
                <a:latin typeface="Calibri"/>
                <a:cs typeface="Calibri"/>
              </a:rPr>
              <a:t> </a:t>
            </a:r>
            <a:r>
              <a:rPr sz="1500" spc="-19" dirty="0">
                <a:latin typeface="Calibri"/>
                <a:cs typeface="Calibri"/>
              </a:rPr>
              <a:t>an 	</a:t>
            </a:r>
            <a:r>
              <a:rPr sz="1500" dirty="0">
                <a:latin typeface="Calibri"/>
                <a:cs typeface="Calibri"/>
              </a:rPr>
              <a:t>opportunity</a:t>
            </a:r>
            <a:r>
              <a:rPr sz="1500" spc="-38" dirty="0">
                <a:latin typeface="Calibri"/>
                <a:cs typeface="Calibri"/>
              </a:rPr>
              <a:t> </a:t>
            </a:r>
            <a:r>
              <a:rPr sz="1500" dirty="0">
                <a:latin typeface="Calibri"/>
                <a:cs typeface="Calibri"/>
              </a:rPr>
              <a:t>to</a:t>
            </a:r>
            <a:r>
              <a:rPr sz="1500" spc="-38" dirty="0">
                <a:latin typeface="Calibri"/>
                <a:cs typeface="Calibri"/>
              </a:rPr>
              <a:t> </a:t>
            </a:r>
            <a:r>
              <a:rPr sz="1500" spc="-8" dirty="0">
                <a:latin typeface="Calibri"/>
                <a:cs typeface="Calibri"/>
              </a:rPr>
              <a:t>informally</a:t>
            </a:r>
            <a:r>
              <a:rPr sz="1500" spc="-34" dirty="0">
                <a:latin typeface="Calibri"/>
                <a:cs typeface="Calibri"/>
              </a:rPr>
              <a:t> </a:t>
            </a:r>
            <a:r>
              <a:rPr sz="1500" spc="-8" dirty="0">
                <a:latin typeface="Calibri"/>
                <a:cs typeface="Calibri"/>
              </a:rPr>
              <a:t>introduce</a:t>
            </a:r>
            <a:r>
              <a:rPr sz="1500" spc="-34" dirty="0">
                <a:latin typeface="Calibri"/>
                <a:cs typeface="Calibri"/>
              </a:rPr>
              <a:t> </a:t>
            </a:r>
            <a:r>
              <a:rPr sz="1500" dirty="0">
                <a:latin typeface="Calibri"/>
                <a:cs typeface="Calibri"/>
              </a:rPr>
              <a:t>the</a:t>
            </a:r>
            <a:r>
              <a:rPr sz="1500" spc="-34" dirty="0">
                <a:latin typeface="Calibri"/>
                <a:cs typeface="Calibri"/>
              </a:rPr>
              <a:t> </a:t>
            </a:r>
            <a:r>
              <a:rPr sz="1500" dirty="0">
                <a:latin typeface="Calibri"/>
                <a:cs typeface="Calibri"/>
              </a:rPr>
              <a:t>various</a:t>
            </a:r>
            <a:r>
              <a:rPr sz="1500" spc="-38" dirty="0">
                <a:latin typeface="Calibri"/>
                <a:cs typeface="Calibri"/>
              </a:rPr>
              <a:t> </a:t>
            </a:r>
            <a:r>
              <a:rPr sz="1500" dirty="0">
                <a:latin typeface="Calibri"/>
                <a:cs typeface="Calibri"/>
              </a:rPr>
              <a:t>offices</a:t>
            </a:r>
            <a:r>
              <a:rPr sz="1500" spc="-38" dirty="0">
                <a:latin typeface="Calibri"/>
                <a:cs typeface="Calibri"/>
              </a:rPr>
              <a:t> </a:t>
            </a:r>
            <a:r>
              <a:rPr sz="1500" dirty="0">
                <a:latin typeface="Calibri"/>
                <a:cs typeface="Calibri"/>
              </a:rPr>
              <a:t>in</a:t>
            </a:r>
            <a:r>
              <a:rPr sz="1500" spc="-38"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Royal</a:t>
            </a:r>
            <a:r>
              <a:rPr sz="1500" spc="-38" dirty="0">
                <a:latin typeface="Calibri"/>
                <a:cs typeface="Calibri"/>
              </a:rPr>
              <a:t> </a:t>
            </a:r>
            <a:r>
              <a:rPr sz="1500" spc="-15" dirty="0">
                <a:latin typeface="Calibri"/>
                <a:cs typeface="Calibri"/>
              </a:rPr>
              <a:t>Arch 	</a:t>
            </a:r>
            <a:r>
              <a:rPr sz="1500" dirty="0">
                <a:latin typeface="Calibri"/>
                <a:cs typeface="Calibri"/>
              </a:rPr>
              <a:t>and</a:t>
            </a:r>
            <a:r>
              <a:rPr sz="1500" spc="-45" dirty="0">
                <a:latin typeface="Calibri"/>
                <a:cs typeface="Calibri"/>
              </a:rPr>
              <a:t> </a:t>
            </a:r>
            <a:r>
              <a:rPr sz="1500" dirty="0">
                <a:latin typeface="Calibri"/>
                <a:cs typeface="Calibri"/>
              </a:rPr>
              <a:t>discuss</a:t>
            </a:r>
            <a:r>
              <a:rPr sz="1500" spc="-41" dirty="0">
                <a:latin typeface="Calibri"/>
                <a:cs typeface="Calibri"/>
              </a:rPr>
              <a:t> </a:t>
            </a:r>
            <a:r>
              <a:rPr sz="1500" dirty="0">
                <a:latin typeface="Calibri"/>
                <a:cs typeface="Calibri"/>
              </a:rPr>
              <a:t>their</a:t>
            </a:r>
            <a:r>
              <a:rPr sz="1500" spc="-38" dirty="0">
                <a:latin typeface="Calibri"/>
                <a:cs typeface="Calibri"/>
              </a:rPr>
              <a:t> </a:t>
            </a:r>
            <a:r>
              <a:rPr sz="1500" dirty="0">
                <a:latin typeface="Calibri"/>
                <a:cs typeface="Calibri"/>
              </a:rPr>
              <a:t>desire</a:t>
            </a:r>
            <a:r>
              <a:rPr sz="1500" spc="-38" dirty="0">
                <a:latin typeface="Calibri"/>
                <a:cs typeface="Calibri"/>
              </a:rPr>
              <a:t> </a:t>
            </a:r>
            <a:r>
              <a:rPr sz="1500" dirty="0">
                <a:latin typeface="Calibri"/>
                <a:cs typeface="Calibri"/>
              </a:rPr>
              <a:t>to</a:t>
            </a:r>
            <a:r>
              <a:rPr sz="1500" spc="-45" dirty="0">
                <a:latin typeface="Calibri"/>
                <a:cs typeface="Calibri"/>
              </a:rPr>
              <a:t> </a:t>
            </a:r>
            <a:r>
              <a:rPr sz="1500" spc="-8" dirty="0">
                <a:latin typeface="Calibri"/>
                <a:cs typeface="Calibri"/>
              </a:rPr>
              <a:t>progress</a:t>
            </a:r>
            <a:r>
              <a:rPr sz="1500" spc="-41" dirty="0">
                <a:latin typeface="Calibri"/>
                <a:cs typeface="Calibri"/>
              </a:rPr>
              <a:t> </a:t>
            </a:r>
            <a:r>
              <a:rPr sz="1500" dirty="0">
                <a:latin typeface="Calibri"/>
                <a:cs typeface="Calibri"/>
              </a:rPr>
              <a:t>once</a:t>
            </a:r>
            <a:r>
              <a:rPr sz="1500" spc="-38" dirty="0">
                <a:latin typeface="Calibri"/>
                <a:cs typeface="Calibri"/>
              </a:rPr>
              <a:t> </a:t>
            </a:r>
            <a:r>
              <a:rPr sz="1500" dirty="0">
                <a:latin typeface="Calibri"/>
                <a:cs typeface="Calibri"/>
              </a:rPr>
              <a:t>a</a:t>
            </a:r>
            <a:r>
              <a:rPr sz="1500" spc="-41" dirty="0">
                <a:latin typeface="Calibri"/>
                <a:cs typeface="Calibri"/>
              </a:rPr>
              <a:t> </a:t>
            </a:r>
            <a:r>
              <a:rPr sz="1500" spc="-23" dirty="0">
                <a:latin typeface="Calibri"/>
                <a:cs typeface="Calibri"/>
              </a:rPr>
              <a:t>member.</a:t>
            </a:r>
            <a:r>
              <a:rPr sz="1500" spc="-45" dirty="0">
                <a:latin typeface="Calibri"/>
                <a:cs typeface="Calibri"/>
              </a:rPr>
              <a:t> </a:t>
            </a:r>
            <a:r>
              <a:rPr sz="1500" dirty="0">
                <a:latin typeface="Calibri"/>
                <a:cs typeface="Calibri"/>
              </a:rPr>
              <a:t>This</a:t>
            </a:r>
            <a:r>
              <a:rPr sz="1500" spc="-41" dirty="0">
                <a:latin typeface="Calibri"/>
                <a:cs typeface="Calibri"/>
              </a:rPr>
              <a:t> </a:t>
            </a:r>
            <a:r>
              <a:rPr sz="1500" spc="-8" dirty="0">
                <a:latin typeface="Calibri"/>
                <a:cs typeface="Calibri"/>
              </a:rPr>
              <a:t>interest</a:t>
            </a:r>
            <a:r>
              <a:rPr sz="1500" spc="-41" dirty="0">
                <a:latin typeface="Calibri"/>
                <a:cs typeface="Calibri"/>
              </a:rPr>
              <a:t> </a:t>
            </a:r>
            <a:r>
              <a:rPr sz="1500" spc="-8" dirty="0">
                <a:latin typeface="Calibri"/>
                <a:cs typeface="Calibri"/>
              </a:rPr>
              <a:t>should 	</a:t>
            </a:r>
            <a:r>
              <a:rPr sz="1500" dirty="0">
                <a:latin typeface="Calibri"/>
                <a:cs typeface="Calibri"/>
              </a:rPr>
              <a:t>be</a:t>
            </a:r>
            <a:r>
              <a:rPr sz="1500" spc="-41" dirty="0">
                <a:latin typeface="Calibri"/>
                <a:cs typeface="Calibri"/>
              </a:rPr>
              <a:t> </a:t>
            </a:r>
            <a:r>
              <a:rPr sz="1500" spc="-8" dirty="0">
                <a:latin typeface="Calibri"/>
                <a:cs typeface="Calibri"/>
              </a:rPr>
              <a:t>balanced</a:t>
            </a:r>
            <a:r>
              <a:rPr sz="1500" spc="-41" dirty="0">
                <a:latin typeface="Calibri"/>
                <a:cs typeface="Calibri"/>
              </a:rPr>
              <a:t> </a:t>
            </a:r>
            <a:r>
              <a:rPr sz="1500" spc="-8" dirty="0">
                <a:latin typeface="Calibri"/>
                <a:cs typeface="Calibri"/>
              </a:rPr>
              <a:t>against</a:t>
            </a:r>
            <a:r>
              <a:rPr sz="1500" spc="-38" dirty="0">
                <a:latin typeface="Calibri"/>
                <a:cs typeface="Calibri"/>
              </a:rPr>
              <a:t> </a:t>
            </a:r>
            <a:r>
              <a:rPr sz="1500" dirty="0">
                <a:latin typeface="Calibri"/>
                <a:cs typeface="Calibri"/>
              </a:rPr>
              <a:t>their</a:t>
            </a:r>
            <a:r>
              <a:rPr sz="1500" spc="-41" dirty="0">
                <a:latin typeface="Calibri"/>
                <a:cs typeface="Calibri"/>
              </a:rPr>
              <a:t> </a:t>
            </a:r>
            <a:r>
              <a:rPr sz="1500" spc="-8" dirty="0">
                <a:latin typeface="Calibri"/>
                <a:cs typeface="Calibri"/>
              </a:rPr>
              <a:t>Work,</a:t>
            </a:r>
            <a:r>
              <a:rPr sz="1500" spc="-38" dirty="0">
                <a:latin typeface="Calibri"/>
                <a:cs typeface="Calibri"/>
              </a:rPr>
              <a:t> </a:t>
            </a:r>
            <a:r>
              <a:rPr sz="1500" spc="-8" dirty="0">
                <a:latin typeface="Calibri"/>
                <a:cs typeface="Calibri"/>
              </a:rPr>
              <a:t>Family</a:t>
            </a:r>
            <a:r>
              <a:rPr sz="1500" spc="-38" dirty="0">
                <a:latin typeface="Calibri"/>
                <a:cs typeface="Calibri"/>
              </a:rPr>
              <a:t> </a:t>
            </a:r>
            <a:r>
              <a:rPr sz="1500" dirty="0">
                <a:latin typeface="Calibri"/>
                <a:cs typeface="Calibri"/>
              </a:rPr>
              <a:t>and</a:t>
            </a:r>
            <a:r>
              <a:rPr sz="1500" spc="-41" dirty="0">
                <a:latin typeface="Calibri"/>
                <a:cs typeface="Calibri"/>
              </a:rPr>
              <a:t> </a:t>
            </a:r>
            <a:r>
              <a:rPr sz="1500" dirty="0">
                <a:latin typeface="Calibri"/>
                <a:cs typeface="Calibri"/>
              </a:rPr>
              <a:t>Craft</a:t>
            </a:r>
            <a:r>
              <a:rPr sz="1500" spc="-41" dirty="0">
                <a:latin typeface="Calibri"/>
                <a:cs typeface="Calibri"/>
              </a:rPr>
              <a:t> </a:t>
            </a:r>
            <a:r>
              <a:rPr sz="1500" spc="-8" dirty="0">
                <a:latin typeface="Calibri"/>
                <a:cs typeface="Calibri"/>
              </a:rPr>
              <a:t>commitments</a:t>
            </a:r>
            <a:r>
              <a:rPr sz="1500" spc="-38" dirty="0">
                <a:latin typeface="Calibri"/>
                <a:cs typeface="Calibri"/>
              </a:rPr>
              <a:t> </a:t>
            </a:r>
            <a:r>
              <a:rPr sz="1500" dirty="0">
                <a:latin typeface="Calibri"/>
                <a:cs typeface="Calibri"/>
              </a:rPr>
              <a:t>to</a:t>
            </a:r>
            <a:r>
              <a:rPr sz="1500" spc="-41" dirty="0">
                <a:latin typeface="Calibri"/>
                <a:cs typeface="Calibri"/>
              </a:rPr>
              <a:t> </a:t>
            </a:r>
            <a:r>
              <a:rPr sz="1500" spc="-8" dirty="0">
                <a:latin typeface="Calibri"/>
                <a:cs typeface="Calibri"/>
              </a:rPr>
              <a:t>ensure 	</a:t>
            </a:r>
            <a:r>
              <a:rPr sz="1500" dirty="0">
                <a:latin typeface="Calibri"/>
                <a:cs typeface="Calibri"/>
              </a:rPr>
              <a:t>the</a:t>
            </a:r>
            <a:r>
              <a:rPr sz="1500" spc="-30" dirty="0">
                <a:latin typeface="Calibri"/>
                <a:cs typeface="Calibri"/>
              </a:rPr>
              <a:t> </a:t>
            </a:r>
            <a:r>
              <a:rPr sz="1500" spc="-8" dirty="0">
                <a:latin typeface="Calibri"/>
                <a:cs typeface="Calibri"/>
              </a:rPr>
              <a:t>Prospective</a:t>
            </a:r>
            <a:r>
              <a:rPr sz="1500" spc="-26" dirty="0">
                <a:latin typeface="Calibri"/>
                <a:cs typeface="Calibri"/>
              </a:rPr>
              <a:t> </a:t>
            </a:r>
            <a:r>
              <a:rPr sz="1500" dirty="0">
                <a:latin typeface="Calibri"/>
                <a:cs typeface="Calibri"/>
              </a:rPr>
              <a:t>Companion</a:t>
            </a:r>
            <a:r>
              <a:rPr sz="1500" spc="-30" dirty="0">
                <a:latin typeface="Calibri"/>
                <a:cs typeface="Calibri"/>
              </a:rPr>
              <a:t> </a:t>
            </a:r>
            <a:r>
              <a:rPr sz="1500" dirty="0">
                <a:latin typeface="Calibri"/>
                <a:cs typeface="Calibri"/>
              </a:rPr>
              <a:t>isn’t</a:t>
            </a:r>
            <a:r>
              <a:rPr sz="1500" spc="-30" dirty="0">
                <a:latin typeface="Calibri"/>
                <a:cs typeface="Calibri"/>
              </a:rPr>
              <a:t> </a:t>
            </a:r>
            <a:r>
              <a:rPr sz="1500" spc="-8" dirty="0">
                <a:latin typeface="Calibri"/>
                <a:cs typeface="Calibri"/>
              </a:rPr>
              <a:t>overcommitting.</a:t>
            </a:r>
            <a:endParaRPr sz="1500">
              <a:latin typeface="Calibri"/>
              <a:cs typeface="Calibri"/>
            </a:endParaRPr>
          </a:p>
        </p:txBody>
      </p:sp>
      <p:grpSp>
        <p:nvGrpSpPr>
          <p:cNvPr id="8" name="object 8"/>
          <p:cNvGrpSpPr/>
          <p:nvPr/>
        </p:nvGrpSpPr>
        <p:grpSpPr>
          <a:xfrm>
            <a:off x="342901" y="315497"/>
            <a:ext cx="6565106" cy="4213860"/>
            <a:chOff x="457200" y="420662"/>
            <a:chExt cx="8753475" cy="5618480"/>
          </a:xfrm>
        </p:grpSpPr>
        <p:pic>
          <p:nvPicPr>
            <p:cNvPr id="9" name="object 9"/>
            <p:cNvPicPr/>
            <p:nvPr/>
          </p:nvPicPr>
          <p:blipFill>
            <a:blip r:embed="rId4" cstate="print"/>
            <a:stretch>
              <a:fillRect/>
            </a:stretch>
          </p:blipFill>
          <p:spPr>
            <a:xfrm>
              <a:off x="457200" y="420662"/>
              <a:ext cx="1856752" cy="1641246"/>
            </a:xfrm>
            <a:prstGeom prst="rect">
              <a:avLst/>
            </a:prstGeom>
          </p:spPr>
        </p:pic>
        <p:sp>
          <p:nvSpPr>
            <p:cNvPr id="10" name="object 10">
              <a:hlinkClick r:id="rId5"/>
            </p:cNvPr>
            <p:cNvSpPr/>
            <p:nvPr/>
          </p:nvSpPr>
          <p:spPr>
            <a:xfrm>
              <a:off x="8902878" y="5634240"/>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11" name="object 11">
              <a:hlinkClick r:id="rId5"/>
            </p:cNvPr>
            <p:cNvPicPr/>
            <p:nvPr/>
          </p:nvPicPr>
          <p:blipFill>
            <a:blip r:embed="rId6" cstate="print"/>
            <a:stretch>
              <a:fillRect/>
            </a:stretch>
          </p:blipFill>
          <p:spPr>
            <a:xfrm>
              <a:off x="9035633" y="5559214"/>
              <a:ext cx="173131" cy="133427"/>
            </a:xfrm>
            <a:prstGeom prst="rect">
              <a:avLst/>
            </a:prstGeom>
          </p:spPr>
        </p:pic>
      </p:grpSp>
      <p:sp>
        <p:nvSpPr>
          <p:cNvPr id="12" name="object 12"/>
          <p:cNvSpPr txBox="1"/>
          <p:nvPr/>
        </p:nvSpPr>
        <p:spPr>
          <a:xfrm>
            <a:off x="6667501" y="1770076"/>
            <a:ext cx="5084921" cy="2691121"/>
          </a:xfrm>
          <a:prstGeom prst="rect">
            <a:avLst/>
          </a:prstGeom>
        </p:spPr>
        <p:txBody>
          <a:bodyPr vert="horz" wrap="square" lIns="0" tIns="9525" rIns="0" bIns="0" rtlCol="0">
            <a:spAutoFit/>
          </a:bodyPr>
          <a:lstStyle/>
          <a:p>
            <a:pPr marL="9525" marR="122873">
              <a:lnSpc>
                <a:spcPct val="125000"/>
              </a:lnSpc>
              <a:spcBef>
                <a:spcPts val="75"/>
              </a:spcBef>
            </a:pPr>
            <a:r>
              <a:rPr sz="1500" dirty="0">
                <a:latin typeface="Calibri"/>
                <a:cs typeface="Calibri"/>
              </a:rPr>
              <a:t>This</a:t>
            </a:r>
            <a:r>
              <a:rPr sz="1500" spc="-38" dirty="0">
                <a:latin typeface="Calibri"/>
                <a:cs typeface="Calibri"/>
              </a:rPr>
              <a:t> </a:t>
            </a:r>
            <a:r>
              <a:rPr sz="1500" spc="-8" dirty="0">
                <a:latin typeface="Calibri"/>
                <a:cs typeface="Calibri"/>
              </a:rPr>
              <a:t>discussion</a:t>
            </a:r>
            <a:r>
              <a:rPr sz="1500" spc="-38" dirty="0">
                <a:latin typeface="Calibri"/>
                <a:cs typeface="Calibri"/>
              </a:rPr>
              <a:t> </a:t>
            </a:r>
            <a:r>
              <a:rPr sz="1500" dirty="0">
                <a:latin typeface="Calibri"/>
                <a:cs typeface="Calibri"/>
              </a:rPr>
              <a:t>on</a:t>
            </a:r>
            <a:r>
              <a:rPr sz="1500" spc="-38" dirty="0">
                <a:latin typeface="Calibri"/>
                <a:cs typeface="Calibri"/>
              </a:rPr>
              <a:t> </a:t>
            </a:r>
            <a:r>
              <a:rPr sz="1500" spc="-8" dirty="0">
                <a:latin typeface="Calibri"/>
                <a:cs typeface="Calibri"/>
              </a:rPr>
              <a:t>commitment</a:t>
            </a:r>
            <a:r>
              <a:rPr sz="1500" spc="-38" dirty="0">
                <a:latin typeface="Calibri"/>
                <a:cs typeface="Calibri"/>
              </a:rPr>
              <a:t> </a:t>
            </a:r>
            <a:r>
              <a:rPr sz="1500" dirty="0">
                <a:latin typeface="Calibri"/>
                <a:cs typeface="Calibri"/>
              </a:rPr>
              <a:t>should</a:t>
            </a:r>
            <a:r>
              <a:rPr sz="1500" spc="-38" dirty="0">
                <a:latin typeface="Calibri"/>
                <a:cs typeface="Calibri"/>
              </a:rPr>
              <a:t> </a:t>
            </a:r>
            <a:r>
              <a:rPr sz="1500" dirty="0">
                <a:latin typeface="Calibri"/>
                <a:cs typeface="Calibri"/>
              </a:rPr>
              <a:t>be</a:t>
            </a:r>
            <a:r>
              <a:rPr sz="1500" spc="-34" dirty="0">
                <a:latin typeface="Calibri"/>
                <a:cs typeface="Calibri"/>
              </a:rPr>
              <a:t> </a:t>
            </a:r>
            <a:r>
              <a:rPr sz="1500" dirty="0">
                <a:latin typeface="Calibri"/>
                <a:cs typeface="Calibri"/>
              </a:rPr>
              <a:t>friendly</a:t>
            </a:r>
            <a:r>
              <a:rPr sz="1500" spc="-34" dirty="0">
                <a:latin typeface="Calibri"/>
                <a:cs typeface="Calibri"/>
              </a:rPr>
              <a:t> </a:t>
            </a:r>
            <a:r>
              <a:rPr sz="1500" dirty="0">
                <a:latin typeface="Calibri"/>
                <a:cs typeface="Calibri"/>
              </a:rPr>
              <a:t>and</a:t>
            </a:r>
            <a:r>
              <a:rPr sz="1500" spc="-34" dirty="0">
                <a:latin typeface="Calibri"/>
                <a:cs typeface="Calibri"/>
              </a:rPr>
              <a:t> </a:t>
            </a:r>
            <a:r>
              <a:rPr sz="1500" spc="-8" dirty="0">
                <a:latin typeface="Calibri"/>
                <a:cs typeface="Calibri"/>
              </a:rPr>
              <a:t>informal, </a:t>
            </a:r>
            <a:r>
              <a:rPr sz="1500" dirty="0">
                <a:latin typeface="Calibri"/>
                <a:cs typeface="Calibri"/>
              </a:rPr>
              <a:t>using</a:t>
            </a:r>
            <a:r>
              <a:rPr sz="1500" spc="-41" dirty="0">
                <a:latin typeface="Calibri"/>
                <a:cs typeface="Calibri"/>
              </a:rPr>
              <a:t> </a:t>
            </a:r>
            <a:r>
              <a:rPr sz="1500" spc="-8" dirty="0">
                <a:latin typeface="Calibri"/>
                <a:cs typeface="Calibri"/>
              </a:rPr>
              <a:t>examples</a:t>
            </a:r>
            <a:r>
              <a:rPr sz="1500" spc="-45" dirty="0">
                <a:latin typeface="Calibri"/>
                <a:cs typeface="Calibri"/>
              </a:rPr>
              <a:t> </a:t>
            </a:r>
            <a:r>
              <a:rPr sz="1500" dirty="0">
                <a:latin typeface="Calibri"/>
                <a:cs typeface="Calibri"/>
              </a:rPr>
              <a:t>relating</a:t>
            </a:r>
            <a:r>
              <a:rPr sz="1500" spc="-41"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the</a:t>
            </a:r>
            <a:r>
              <a:rPr sz="1500" spc="-41" dirty="0">
                <a:latin typeface="Calibri"/>
                <a:cs typeface="Calibri"/>
              </a:rPr>
              <a:t> </a:t>
            </a:r>
            <a:r>
              <a:rPr sz="1500" spc="-8" dirty="0">
                <a:latin typeface="Calibri"/>
                <a:cs typeface="Calibri"/>
              </a:rPr>
              <a:t>Brothers’</a:t>
            </a:r>
            <a:r>
              <a:rPr sz="1500" spc="-41" dirty="0">
                <a:latin typeface="Calibri"/>
                <a:cs typeface="Calibri"/>
              </a:rPr>
              <a:t> </a:t>
            </a:r>
            <a:r>
              <a:rPr sz="1500" spc="-8" dirty="0">
                <a:latin typeface="Calibri"/>
                <a:cs typeface="Calibri"/>
              </a:rPr>
              <a:t>experiences</a:t>
            </a:r>
            <a:r>
              <a:rPr sz="1500" spc="-45" dirty="0">
                <a:latin typeface="Calibri"/>
                <a:cs typeface="Calibri"/>
              </a:rPr>
              <a:t> </a:t>
            </a:r>
            <a:r>
              <a:rPr sz="1500" dirty="0">
                <a:latin typeface="Calibri"/>
                <a:cs typeface="Calibri"/>
              </a:rPr>
              <a:t>in</a:t>
            </a:r>
            <a:r>
              <a:rPr sz="1500" spc="-45" dirty="0">
                <a:latin typeface="Calibri"/>
                <a:cs typeface="Calibri"/>
              </a:rPr>
              <a:t> </a:t>
            </a:r>
            <a:r>
              <a:rPr sz="1500" spc="-8" dirty="0">
                <a:latin typeface="Calibri"/>
                <a:cs typeface="Calibri"/>
              </a:rPr>
              <a:t>their </a:t>
            </a:r>
            <a:r>
              <a:rPr sz="1500" dirty="0">
                <a:latin typeface="Calibri"/>
                <a:cs typeface="Calibri"/>
              </a:rPr>
              <a:t>Lodge</a:t>
            </a:r>
            <a:r>
              <a:rPr sz="1500" spc="-38" dirty="0">
                <a:latin typeface="Calibri"/>
                <a:cs typeface="Calibri"/>
              </a:rPr>
              <a:t> </a:t>
            </a:r>
            <a:r>
              <a:rPr sz="1500" dirty="0">
                <a:latin typeface="Calibri"/>
                <a:cs typeface="Calibri"/>
              </a:rPr>
              <a:t>so</a:t>
            </a:r>
            <a:r>
              <a:rPr sz="1500" spc="-38" dirty="0">
                <a:latin typeface="Calibri"/>
                <a:cs typeface="Calibri"/>
              </a:rPr>
              <a:t> </a:t>
            </a:r>
            <a:r>
              <a:rPr sz="1500" dirty="0">
                <a:latin typeface="Calibri"/>
                <a:cs typeface="Calibri"/>
              </a:rPr>
              <a:t>they</a:t>
            </a:r>
            <a:r>
              <a:rPr sz="1500" spc="-34"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easily</a:t>
            </a:r>
            <a:r>
              <a:rPr sz="1500" spc="-34" dirty="0">
                <a:latin typeface="Calibri"/>
                <a:cs typeface="Calibri"/>
              </a:rPr>
              <a:t> </a:t>
            </a:r>
            <a:r>
              <a:rPr sz="1500" spc="-8" dirty="0">
                <a:latin typeface="Calibri"/>
                <a:cs typeface="Calibri"/>
              </a:rPr>
              <a:t>understand</a:t>
            </a:r>
            <a:r>
              <a:rPr sz="1500" spc="-38" dirty="0">
                <a:latin typeface="Calibri"/>
                <a:cs typeface="Calibri"/>
              </a:rPr>
              <a:t> </a:t>
            </a:r>
            <a:r>
              <a:rPr sz="1500" dirty="0">
                <a:latin typeface="Calibri"/>
                <a:cs typeface="Calibri"/>
              </a:rPr>
              <a:t>and</a:t>
            </a:r>
            <a:r>
              <a:rPr sz="1500" spc="-38" dirty="0">
                <a:latin typeface="Calibri"/>
                <a:cs typeface="Calibri"/>
              </a:rPr>
              <a:t> </a:t>
            </a:r>
            <a:r>
              <a:rPr sz="1500" spc="-8" dirty="0">
                <a:latin typeface="Calibri"/>
                <a:cs typeface="Calibri"/>
              </a:rPr>
              <a:t>appreciate.</a:t>
            </a:r>
            <a:endParaRPr sz="1500">
              <a:latin typeface="Calibri"/>
              <a:cs typeface="Calibri"/>
            </a:endParaRPr>
          </a:p>
          <a:p>
            <a:pPr marL="9525" marR="241935">
              <a:lnSpc>
                <a:spcPct val="125000"/>
              </a:lnSpc>
              <a:spcBef>
                <a:spcPts val="1500"/>
              </a:spcBef>
            </a:pPr>
            <a:r>
              <a:rPr sz="1500" dirty="0">
                <a:latin typeface="Calibri"/>
                <a:cs typeface="Calibri"/>
              </a:rPr>
              <a:t>As</a:t>
            </a:r>
            <a:r>
              <a:rPr sz="1500" spc="-26" dirty="0">
                <a:latin typeface="Calibri"/>
                <a:cs typeface="Calibri"/>
              </a:rPr>
              <a:t> </a:t>
            </a:r>
            <a:r>
              <a:rPr sz="1500" spc="-8" dirty="0">
                <a:latin typeface="Calibri"/>
                <a:cs typeface="Calibri"/>
              </a:rPr>
              <a:t>highlighted</a:t>
            </a:r>
            <a:r>
              <a:rPr sz="1500" spc="-23" dirty="0">
                <a:latin typeface="Calibri"/>
                <a:cs typeface="Calibri"/>
              </a:rPr>
              <a:t> </a:t>
            </a:r>
            <a:r>
              <a:rPr sz="1500" dirty="0">
                <a:latin typeface="Calibri"/>
                <a:cs typeface="Calibri"/>
              </a:rPr>
              <a:t>in</a:t>
            </a:r>
            <a:r>
              <a:rPr sz="1500" spc="-26" dirty="0">
                <a:latin typeface="Calibri"/>
                <a:cs typeface="Calibri"/>
              </a:rPr>
              <a:t> </a:t>
            </a:r>
            <a:r>
              <a:rPr sz="1500" dirty="0">
                <a:latin typeface="Calibri"/>
                <a:cs typeface="Calibri"/>
              </a:rPr>
              <a:t>other</a:t>
            </a:r>
            <a:r>
              <a:rPr sz="1500" spc="-19" dirty="0">
                <a:latin typeface="Calibri"/>
                <a:cs typeface="Calibri"/>
              </a:rPr>
              <a:t> </a:t>
            </a:r>
            <a:r>
              <a:rPr sz="1500" spc="-8" dirty="0">
                <a:latin typeface="Calibri"/>
                <a:cs typeface="Calibri"/>
              </a:rPr>
              <a:t>material,</a:t>
            </a:r>
            <a:r>
              <a:rPr sz="1500" spc="-23" dirty="0">
                <a:latin typeface="Calibri"/>
                <a:cs typeface="Calibri"/>
              </a:rPr>
              <a:t> </a:t>
            </a:r>
            <a:r>
              <a:rPr sz="1500" dirty="0">
                <a:latin typeface="Calibri"/>
                <a:cs typeface="Calibri"/>
              </a:rPr>
              <a:t>using</a:t>
            </a:r>
            <a:r>
              <a:rPr sz="1500" spc="-19" dirty="0">
                <a:latin typeface="Calibri"/>
                <a:cs typeface="Calibri"/>
              </a:rPr>
              <a:t> </a:t>
            </a:r>
            <a:r>
              <a:rPr sz="1500" dirty="0">
                <a:latin typeface="Calibri"/>
                <a:cs typeface="Calibri"/>
              </a:rPr>
              <a:t>the</a:t>
            </a:r>
            <a:r>
              <a:rPr sz="1500" spc="-19" dirty="0">
                <a:latin typeface="Calibri"/>
                <a:cs typeface="Calibri"/>
              </a:rPr>
              <a:t> </a:t>
            </a:r>
            <a:r>
              <a:rPr sz="1500" spc="-8" dirty="0">
                <a:latin typeface="Calibri"/>
                <a:cs typeface="Calibri"/>
              </a:rPr>
              <a:t>Chapters’ Information</a:t>
            </a:r>
            <a:r>
              <a:rPr sz="1500" spc="-53" dirty="0">
                <a:latin typeface="Calibri"/>
                <a:cs typeface="Calibri"/>
              </a:rPr>
              <a:t> </a:t>
            </a:r>
            <a:r>
              <a:rPr sz="1500" dirty="0">
                <a:latin typeface="Calibri"/>
                <a:cs typeface="Calibri"/>
              </a:rPr>
              <a:t>Sheet</a:t>
            </a:r>
            <a:r>
              <a:rPr sz="1500" spc="-53" dirty="0">
                <a:latin typeface="Calibri"/>
                <a:cs typeface="Calibri"/>
              </a:rPr>
              <a:t> </a:t>
            </a:r>
            <a:r>
              <a:rPr sz="1500" dirty="0">
                <a:latin typeface="Calibri"/>
                <a:cs typeface="Calibri"/>
              </a:rPr>
              <a:t>and</a:t>
            </a:r>
            <a:r>
              <a:rPr sz="1500" spc="-53" dirty="0">
                <a:latin typeface="Calibri"/>
                <a:cs typeface="Calibri"/>
              </a:rPr>
              <a:t> </a:t>
            </a:r>
            <a:r>
              <a:rPr sz="1500" dirty="0">
                <a:latin typeface="Calibri"/>
                <a:cs typeface="Calibri"/>
              </a:rPr>
              <a:t>Discover</a:t>
            </a:r>
            <a:r>
              <a:rPr sz="1500" spc="-45" dirty="0">
                <a:latin typeface="Calibri"/>
                <a:cs typeface="Calibri"/>
              </a:rPr>
              <a:t> </a:t>
            </a:r>
            <a:r>
              <a:rPr sz="1500" dirty="0">
                <a:latin typeface="Calibri"/>
                <a:cs typeface="Calibri"/>
              </a:rPr>
              <a:t>More</a:t>
            </a:r>
            <a:r>
              <a:rPr sz="1500" spc="-49" dirty="0">
                <a:latin typeface="Calibri"/>
                <a:cs typeface="Calibri"/>
              </a:rPr>
              <a:t> </a:t>
            </a:r>
            <a:r>
              <a:rPr sz="1500" dirty="0">
                <a:latin typeface="Calibri"/>
                <a:cs typeface="Calibri"/>
              </a:rPr>
              <a:t>can</a:t>
            </a:r>
            <a:r>
              <a:rPr sz="1500" spc="-53" dirty="0">
                <a:latin typeface="Calibri"/>
                <a:cs typeface="Calibri"/>
              </a:rPr>
              <a:t> </a:t>
            </a:r>
            <a:r>
              <a:rPr sz="1500" dirty="0">
                <a:latin typeface="Calibri"/>
                <a:cs typeface="Calibri"/>
              </a:rPr>
              <a:t>be</a:t>
            </a:r>
            <a:r>
              <a:rPr sz="1500" spc="-49" dirty="0">
                <a:latin typeface="Calibri"/>
                <a:cs typeface="Calibri"/>
              </a:rPr>
              <a:t> </a:t>
            </a:r>
            <a:r>
              <a:rPr sz="1500" dirty="0">
                <a:latin typeface="Calibri"/>
                <a:cs typeface="Calibri"/>
              </a:rPr>
              <a:t>helpful</a:t>
            </a:r>
            <a:r>
              <a:rPr sz="1500" spc="-49" dirty="0">
                <a:latin typeface="Calibri"/>
                <a:cs typeface="Calibri"/>
              </a:rPr>
              <a:t> </a:t>
            </a:r>
            <a:r>
              <a:rPr sz="1500" spc="-8" dirty="0">
                <a:latin typeface="Calibri"/>
                <a:cs typeface="Calibri"/>
              </a:rPr>
              <a:t>resources </a:t>
            </a:r>
            <a:r>
              <a:rPr sz="1500" dirty="0">
                <a:latin typeface="Calibri"/>
                <a:cs typeface="Calibri"/>
              </a:rPr>
              <a:t>for</a:t>
            </a:r>
            <a:r>
              <a:rPr sz="1500" spc="-38" dirty="0">
                <a:latin typeface="Calibri"/>
                <a:cs typeface="Calibri"/>
              </a:rPr>
              <a:t> </a:t>
            </a:r>
            <a:r>
              <a:rPr sz="1500" dirty="0">
                <a:latin typeface="Calibri"/>
                <a:cs typeface="Calibri"/>
              </a:rPr>
              <a:t>this</a:t>
            </a:r>
            <a:r>
              <a:rPr sz="1500" spc="-41" dirty="0">
                <a:latin typeface="Calibri"/>
                <a:cs typeface="Calibri"/>
              </a:rPr>
              <a:t> </a:t>
            </a:r>
            <a:r>
              <a:rPr sz="1500" spc="-8" dirty="0">
                <a:latin typeface="Calibri"/>
                <a:cs typeface="Calibri"/>
              </a:rPr>
              <a:t>discussion.</a:t>
            </a:r>
            <a:endParaRPr sz="1500">
              <a:latin typeface="Calibri"/>
              <a:cs typeface="Calibri"/>
            </a:endParaRPr>
          </a:p>
          <a:p>
            <a:pPr>
              <a:spcBef>
                <a:spcPts val="116"/>
              </a:spcBef>
            </a:pPr>
            <a:endParaRPr sz="1500">
              <a:latin typeface="Calibri"/>
              <a:cs typeface="Calibri"/>
            </a:endParaRPr>
          </a:p>
          <a:p>
            <a:pPr marL="9525"/>
            <a:r>
              <a:rPr sz="1500" b="1" dirty="0">
                <a:latin typeface="Calibri"/>
                <a:cs typeface="Calibri"/>
              </a:rPr>
              <a:t>This</a:t>
            </a:r>
            <a:r>
              <a:rPr sz="1500" b="1" spc="-26" dirty="0">
                <a:latin typeface="Calibri"/>
                <a:cs typeface="Calibri"/>
              </a:rPr>
              <a:t> </a:t>
            </a:r>
            <a:r>
              <a:rPr sz="1500" b="1" dirty="0">
                <a:latin typeface="Calibri"/>
                <a:cs typeface="Calibri"/>
              </a:rPr>
              <a:t>text</a:t>
            </a:r>
            <a:r>
              <a:rPr sz="1500" b="1" spc="-30" dirty="0">
                <a:latin typeface="Calibri"/>
                <a:cs typeface="Calibri"/>
              </a:rPr>
              <a:t> </a:t>
            </a:r>
            <a:r>
              <a:rPr sz="1500" b="1" spc="-8" dirty="0">
                <a:latin typeface="Calibri"/>
                <a:cs typeface="Calibri"/>
              </a:rPr>
              <a:t>duplicates</a:t>
            </a:r>
            <a:r>
              <a:rPr sz="1500" b="1" spc="-26" dirty="0">
                <a:latin typeface="Calibri"/>
                <a:cs typeface="Calibri"/>
              </a:rPr>
              <a:t> </a:t>
            </a:r>
            <a:r>
              <a:rPr sz="1500" b="1" dirty="0">
                <a:latin typeface="Calibri"/>
                <a:cs typeface="Calibri"/>
              </a:rPr>
              <a:t>the</a:t>
            </a:r>
            <a:r>
              <a:rPr sz="1500" b="1" spc="-26" dirty="0">
                <a:latin typeface="Calibri"/>
                <a:cs typeface="Calibri"/>
              </a:rPr>
              <a:t> </a:t>
            </a:r>
            <a:r>
              <a:rPr sz="1500" b="1" dirty="0">
                <a:latin typeface="Calibri"/>
                <a:cs typeface="Calibri"/>
              </a:rPr>
              <a:t>full</a:t>
            </a:r>
            <a:r>
              <a:rPr sz="1500" b="1" spc="-26" dirty="0">
                <a:latin typeface="Calibri"/>
                <a:cs typeface="Calibri"/>
              </a:rPr>
              <a:t> </a:t>
            </a:r>
            <a:r>
              <a:rPr sz="1500" b="1" dirty="0">
                <a:latin typeface="Calibri"/>
                <a:cs typeface="Calibri"/>
              </a:rPr>
              <a:t>thread</a:t>
            </a:r>
            <a:r>
              <a:rPr sz="1500" b="1" spc="-26" dirty="0">
                <a:latin typeface="Calibri"/>
                <a:cs typeface="Calibri"/>
              </a:rPr>
              <a:t> </a:t>
            </a:r>
            <a:r>
              <a:rPr sz="1500" b="1" dirty="0">
                <a:latin typeface="Calibri"/>
                <a:cs typeface="Calibri"/>
              </a:rPr>
              <a:t>a</a:t>
            </a:r>
            <a:r>
              <a:rPr sz="1500" b="1" spc="-26" dirty="0">
                <a:latin typeface="Calibri"/>
                <a:cs typeface="Calibri"/>
              </a:rPr>
              <a:t> </a:t>
            </a:r>
            <a:r>
              <a:rPr sz="1500" b="1" dirty="0">
                <a:latin typeface="Calibri"/>
                <a:cs typeface="Calibri"/>
              </a:rPr>
              <a:t>PDF</a:t>
            </a:r>
            <a:r>
              <a:rPr sz="1500" b="1" spc="-30" dirty="0">
                <a:latin typeface="Calibri"/>
                <a:cs typeface="Calibri"/>
              </a:rPr>
              <a:t> </a:t>
            </a:r>
            <a:r>
              <a:rPr sz="1500" b="1" dirty="0">
                <a:latin typeface="Calibri"/>
                <a:cs typeface="Calibri"/>
              </a:rPr>
              <a:t>copy</a:t>
            </a:r>
            <a:r>
              <a:rPr sz="1500" b="1" spc="-26" dirty="0">
                <a:latin typeface="Calibri"/>
                <a:cs typeface="Calibri"/>
              </a:rPr>
              <a:t> </a:t>
            </a:r>
            <a:r>
              <a:rPr sz="1500" b="1" dirty="0">
                <a:latin typeface="Calibri"/>
                <a:cs typeface="Calibri"/>
              </a:rPr>
              <a:t>you</a:t>
            </a:r>
            <a:r>
              <a:rPr sz="1500" b="1" spc="-26" dirty="0">
                <a:latin typeface="Calibri"/>
                <a:cs typeface="Calibri"/>
              </a:rPr>
              <a:t> </a:t>
            </a:r>
            <a:r>
              <a:rPr sz="1500" b="1" dirty="0">
                <a:latin typeface="Calibri"/>
                <a:cs typeface="Calibri"/>
              </a:rPr>
              <a:t>can</a:t>
            </a:r>
            <a:r>
              <a:rPr sz="1500" b="1" spc="-26" dirty="0">
                <a:latin typeface="Calibri"/>
                <a:cs typeface="Calibri"/>
              </a:rPr>
              <a:t> </a:t>
            </a:r>
            <a:r>
              <a:rPr sz="1500" b="1" dirty="0">
                <a:latin typeface="Calibri"/>
                <a:cs typeface="Calibri"/>
              </a:rPr>
              <a:t>find</a:t>
            </a:r>
            <a:r>
              <a:rPr sz="1500" b="1" spc="-26" dirty="0">
                <a:latin typeface="Calibri"/>
                <a:cs typeface="Calibri"/>
              </a:rPr>
              <a:t> </a:t>
            </a:r>
            <a:r>
              <a:rPr sz="1500" b="1" spc="-8" dirty="0">
                <a:latin typeface="Calibri"/>
                <a:cs typeface="Calibri"/>
              </a:rPr>
              <a:t>here:</a:t>
            </a:r>
            <a:endParaRPr sz="1500">
              <a:latin typeface="Calibri"/>
              <a:cs typeface="Calibri"/>
            </a:endParaRPr>
          </a:p>
          <a:p>
            <a:pPr marL="283369">
              <a:spcBef>
                <a:spcPts val="525"/>
              </a:spcBef>
            </a:pPr>
            <a:r>
              <a:rPr sz="1425" b="1" spc="-8" dirty="0">
                <a:solidFill>
                  <a:srgbClr val="B02E24"/>
                </a:solidFill>
                <a:latin typeface="Calibri"/>
                <a:cs typeface="Calibri"/>
                <a:hlinkClick r:id="rId5"/>
              </a:rPr>
              <a:t>Commitment</a:t>
            </a:r>
            <a:endParaRPr sz="1425">
              <a:latin typeface="Calibri"/>
              <a:cs typeface="Calibri"/>
            </a:endParaRPr>
          </a:p>
        </p:txBody>
      </p:sp>
      <p:grpSp>
        <p:nvGrpSpPr>
          <p:cNvPr id="13" name="object 13"/>
          <p:cNvGrpSpPr/>
          <p:nvPr/>
        </p:nvGrpSpPr>
        <p:grpSpPr>
          <a:xfrm>
            <a:off x="0" y="6246019"/>
            <a:ext cx="12192000" cy="611981"/>
            <a:chOff x="0" y="8328025"/>
            <a:chExt cx="16256000" cy="815975"/>
          </a:xfrm>
        </p:grpSpPr>
        <p:sp>
          <p:nvSpPr>
            <p:cNvPr id="14" name="object 14"/>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5" name="object 15"/>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6" name="object 16"/>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7" name="object 17"/>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8" name="object 18"/>
            <p:cNvPicPr/>
            <p:nvPr/>
          </p:nvPicPr>
          <p:blipFill>
            <a:blip r:embed="rId7" cstate="print"/>
            <a:stretch>
              <a:fillRect/>
            </a:stretch>
          </p:blipFill>
          <p:spPr>
            <a:xfrm>
              <a:off x="317500" y="8601503"/>
              <a:ext cx="610382" cy="250854"/>
            </a:xfrm>
            <a:prstGeom prst="rect">
              <a:avLst/>
            </a:prstGeom>
          </p:spPr>
        </p:pic>
        <p:sp>
          <p:nvSpPr>
            <p:cNvPr id="19" name="object 19"/>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20" name="object 20"/>
            <p:cNvPicPr/>
            <p:nvPr/>
          </p:nvPicPr>
          <p:blipFill>
            <a:blip r:embed="rId8" cstate="print"/>
            <a:stretch>
              <a:fillRect/>
            </a:stretch>
          </p:blipFill>
          <p:spPr>
            <a:xfrm>
              <a:off x="2385576" y="8601503"/>
              <a:ext cx="704542" cy="290622"/>
            </a:xfrm>
            <a:prstGeom prst="rect">
              <a:avLst/>
            </a:prstGeom>
          </p:spPr>
        </p:pic>
        <p:pic>
          <p:nvPicPr>
            <p:cNvPr id="21" name="object 21"/>
            <p:cNvPicPr/>
            <p:nvPr/>
          </p:nvPicPr>
          <p:blipFill>
            <a:blip r:embed="rId9" cstate="print"/>
            <a:stretch>
              <a:fillRect/>
            </a:stretch>
          </p:blipFill>
          <p:spPr>
            <a:xfrm>
              <a:off x="1505752" y="8642926"/>
              <a:ext cx="669089" cy="203733"/>
            </a:xfrm>
            <a:prstGeom prst="rect">
              <a:avLst/>
            </a:prstGeom>
          </p:spPr>
        </p:pic>
        <p:pic>
          <p:nvPicPr>
            <p:cNvPr id="22" name="object 22"/>
            <p:cNvPicPr/>
            <p:nvPr/>
          </p:nvPicPr>
          <p:blipFill>
            <a:blip r:embed="rId10" cstate="print"/>
            <a:stretch>
              <a:fillRect/>
            </a:stretch>
          </p:blipFill>
          <p:spPr>
            <a:xfrm>
              <a:off x="1138631" y="8575779"/>
              <a:ext cx="338035" cy="338035"/>
            </a:xfrm>
            <a:prstGeom prst="rect">
              <a:avLst/>
            </a:prstGeom>
          </p:spPr>
        </p:pic>
        <p:sp>
          <p:nvSpPr>
            <p:cNvPr id="23" name="object 23"/>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2010604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E85DF-C936-4C86-4BB8-E2F6A106AD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4632290-0E2F-44FD-0502-36FF9B6EE2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6493" y="-1764106"/>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3EDEE36A-B3B8-F73A-6226-D31412CC3FAB}"/>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3EDEE36A-B3B8-F73A-6226-D31412CC3FAB}"/>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0C85FD81-9E11-35E8-4D58-5838F4DD0204}"/>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0C85FD81-9E11-35E8-4D58-5838F4DD0204}"/>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6D81D47-B450-770C-4656-A4B9D787C2F0}"/>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C6D81D47-B450-770C-4656-A4B9D787C2F0}"/>
                  </a:ext>
                </a:extLst>
              </p:cNvPr>
              <p:cNvPicPr/>
              <p:nvPr/>
            </p:nvPicPr>
            <p:blipFill>
              <a:blip r:embed="rId7"/>
              <a:stretch>
                <a:fillRect/>
              </a:stretch>
            </p:blipFill>
            <p:spPr>
              <a:xfrm>
                <a:off x="3517731" y="5860474"/>
                <a:ext cx="18000" cy="18000"/>
              </a:xfrm>
              <a:prstGeom prst="rect">
                <a:avLst/>
              </a:prstGeom>
            </p:spPr>
          </p:pic>
        </mc:Fallback>
      </mc:AlternateContent>
      <p:pic>
        <p:nvPicPr>
          <p:cNvPr id="2" name="Picture 1">
            <a:extLst>
              <a:ext uri="{FF2B5EF4-FFF2-40B4-BE49-F238E27FC236}">
                <a16:creationId xmlns:a16="http://schemas.microsoft.com/office/drawing/2014/main" id="{D9C17013-ADEE-D909-789E-08413589D99C}"/>
              </a:ext>
            </a:extLst>
          </p:cNvPr>
          <p:cNvPicPr>
            <a:picLocks noChangeAspect="1"/>
          </p:cNvPicPr>
          <p:nvPr/>
        </p:nvPicPr>
        <p:blipFill>
          <a:blip r:embed="rId3" cstate="print">
            <a:extLst>
              <a:ext uri="{28A0092B-C50C-407E-A947-70E740481C1C}">
                <a14:useLocalDpi xmlns:a14="http://schemas.microsoft.com/office/drawing/2010/main" val="0"/>
              </a:ext>
            </a:extLst>
          </a:blip>
          <a:srcRect l="48936" t="66237" r="37863" b="15877"/>
          <a:stretch>
            <a:fillRect/>
          </a:stretch>
        </p:blipFill>
        <p:spPr>
          <a:xfrm>
            <a:off x="7634471" y="1860138"/>
            <a:ext cx="3706872" cy="4225502"/>
          </a:xfrm>
          <a:prstGeom prst="rect">
            <a:avLst/>
          </a:prstGeom>
        </p:spPr>
      </p:pic>
      <p:sp>
        <p:nvSpPr>
          <p:cNvPr id="3" name="Up Arrow 2">
            <a:extLst>
              <a:ext uri="{FF2B5EF4-FFF2-40B4-BE49-F238E27FC236}">
                <a16:creationId xmlns:a16="http://schemas.microsoft.com/office/drawing/2014/main" id="{6A07292F-EF76-4B94-0B3B-B632D18113F6}"/>
              </a:ext>
            </a:extLst>
          </p:cNvPr>
          <p:cNvSpPr/>
          <p:nvPr/>
        </p:nvSpPr>
        <p:spPr>
          <a:xfrm rot="4265902">
            <a:off x="5605923" y="3898808"/>
            <a:ext cx="484632" cy="3216359"/>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929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3" name="object 3"/>
          <p:cNvGrpSpPr/>
          <p:nvPr/>
        </p:nvGrpSpPr>
        <p:grpSpPr>
          <a:xfrm>
            <a:off x="1856292" y="854207"/>
            <a:ext cx="207169" cy="509588"/>
            <a:chOff x="2475056" y="1138943"/>
            <a:chExt cx="276225" cy="679450"/>
          </a:xfrm>
        </p:grpSpPr>
        <p:sp>
          <p:nvSpPr>
            <p:cNvPr id="4" name="object 4"/>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5" name="object 5"/>
            <p:cNvPicPr/>
            <p:nvPr/>
          </p:nvPicPr>
          <p:blipFill>
            <a:blip r:embed="rId3" cstate="print"/>
            <a:stretch>
              <a:fillRect/>
            </a:stretch>
          </p:blipFill>
          <p:spPr>
            <a:xfrm>
              <a:off x="2487756" y="1567174"/>
              <a:ext cx="250494" cy="238239"/>
            </a:xfrm>
            <a:prstGeom prst="rect">
              <a:avLst/>
            </a:prstGeom>
          </p:spPr>
        </p:pic>
        <p:sp>
          <p:nvSpPr>
            <p:cNvPr id="6" name="object 6"/>
            <p:cNvSpPr/>
            <p:nvPr/>
          </p:nvSpPr>
          <p:spPr>
            <a:xfrm>
              <a:off x="2487756" y="1567174"/>
              <a:ext cx="250825" cy="238760"/>
            </a:xfrm>
            <a:custGeom>
              <a:avLst/>
              <a:gdLst/>
              <a:ahLst/>
              <a:cxnLst/>
              <a:rect l="l" t="t" r="r" b="b"/>
              <a:pathLst>
                <a:path w="250825" h="238760">
                  <a:moveTo>
                    <a:pt x="135521" y="4127"/>
                  </a:moveTo>
                  <a:lnTo>
                    <a:pt x="129844" y="0"/>
                  </a:lnTo>
                  <a:lnTo>
                    <a:pt x="120649" y="0"/>
                  </a:lnTo>
                  <a:lnTo>
                    <a:pt x="114973" y="4127"/>
                  </a:lnTo>
                  <a:lnTo>
                    <a:pt x="8521" y="81470"/>
                  </a:lnTo>
                  <a:lnTo>
                    <a:pt x="2844" y="85585"/>
                  </a:lnTo>
                  <a:lnTo>
                    <a:pt x="0" y="94348"/>
                  </a:lnTo>
                  <a:lnTo>
                    <a:pt x="2171" y="101015"/>
                  </a:lnTo>
                  <a:lnTo>
                    <a:pt x="42837" y="226148"/>
                  </a:lnTo>
                  <a:lnTo>
                    <a:pt x="44996" y="232829"/>
                  </a:lnTo>
                  <a:lnTo>
                    <a:pt x="52438" y="238239"/>
                  </a:lnTo>
                  <a:lnTo>
                    <a:pt x="59461" y="238239"/>
                  </a:lnTo>
                  <a:lnTo>
                    <a:pt x="191033" y="238239"/>
                  </a:lnTo>
                  <a:lnTo>
                    <a:pt x="198056" y="238239"/>
                  </a:lnTo>
                  <a:lnTo>
                    <a:pt x="205498" y="232829"/>
                  </a:lnTo>
                  <a:lnTo>
                    <a:pt x="207657" y="226148"/>
                  </a:lnTo>
                  <a:lnTo>
                    <a:pt x="248323" y="101015"/>
                  </a:lnTo>
                  <a:lnTo>
                    <a:pt x="250494" y="94348"/>
                  </a:lnTo>
                  <a:lnTo>
                    <a:pt x="247649" y="85585"/>
                  </a:lnTo>
                  <a:lnTo>
                    <a:pt x="241973" y="81470"/>
                  </a:lnTo>
                  <a:lnTo>
                    <a:pt x="135521" y="4127"/>
                  </a:lnTo>
                  <a:close/>
                </a:path>
              </a:pathLst>
            </a:custGeom>
            <a:ln w="25399">
              <a:solidFill>
                <a:srgbClr val="B02E24"/>
              </a:solidFill>
            </a:ln>
          </p:spPr>
          <p:txBody>
            <a:bodyPr wrap="square" lIns="0" tIns="0" rIns="0" bIns="0" rtlCol="0"/>
            <a:lstStyle/>
            <a:p>
              <a:endParaRPr sz="1350"/>
            </a:p>
          </p:txBody>
        </p:sp>
      </p:grpSp>
      <p:sp>
        <p:nvSpPr>
          <p:cNvPr id="7" name="object 7"/>
          <p:cNvSpPr txBox="1"/>
          <p:nvPr/>
        </p:nvSpPr>
        <p:spPr>
          <a:xfrm>
            <a:off x="333375" y="763506"/>
            <a:ext cx="5405913" cy="4478790"/>
          </a:xfrm>
          <a:prstGeom prst="rect">
            <a:avLst/>
          </a:prstGeom>
        </p:spPr>
        <p:txBody>
          <a:bodyPr vert="horz" wrap="square" lIns="0" tIns="9525" rIns="0" bIns="0" rtlCol="0">
            <a:spAutoFit/>
          </a:bodyPr>
          <a:lstStyle/>
          <a:p>
            <a:pPr marL="1758315">
              <a:spcBef>
                <a:spcPts val="75"/>
              </a:spcBef>
            </a:pPr>
            <a:r>
              <a:rPr sz="2250" b="1" dirty="0">
                <a:latin typeface="Calibri"/>
                <a:cs typeface="Calibri"/>
              </a:rPr>
              <a:t>Expectation</a:t>
            </a:r>
            <a:r>
              <a:rPr sz="2250" b="1" spc="-64" dirty="0">
                <a:latin typeface="Calibri"/>
                <a:cs typeface="Calibri"/>
              </a:rPr>
              <a:t> </a:t>
            </a:r>
            <a:r>
              <a:rPr sz="2250" b="1" spc="-8" dirty="0">
                <a:latin typeface="Calibri"/>
                <a:cs typeface="Calibri"/>
              </a:rPr>
              <a:t>Management</a:t>
            </a:r>
            <a:endParaRPr sz="2250">
              <a:latin typeface="Calibri"/>
              <a:cs typeface="Calibri"/>
            </a:endParaRPr>
          </a:p>
          <a:p>
            <a:pPr marL="1782128">
              <a:spcBef>
                <a:spcPts val="75"/>
              </a:spcBef>
            </a:pPr>
            <a:r>
              <a:rPr sz="1875" dirty="0">
                <a:latin typeface="Calibri"/>
                <a:cs typeface="Calibri"/>
              </a:rPr>
              <a:t>Meetings</a:t>
            </a:r>
            <a:r>
              <a:rPr sz="1875" spc="-60" dirty="0">
                <a:latin typeface="Calibri"/>
                <a:cs typeface="Calibri"/>
              </a:rPr>
              <a:t> </a:t>
            </a:r>
            <a:r>
              <a:rPr sz="1875" dirty="0">
                <a:latin typeface="Calibri"/>
                <a:cs typeface="Calibri"/>
              </a:rPr>
              <a:t>/</a:t>
            </a:r>
            <a:r>
              <a:rPr sz="1875" spc="-56" dirty="0">
                <a:latin typeface="Calibri"/>
                <a:cs typeface="Calibri"/>
              </a:rPr>
              <a:t> </a:t>
            </a:r>
            <a:r>
              <a:rPr sz="1875" dirty="0">
                <a:latin typeface="Calibri"/>
                <a:cs typeface="Calibri"/>
              </a:rPr>
              <a:t>Festive</a:t>
            </a:r>
            <a:r>
              <a:rPr sz="1875" spc="-56" dirty="0">
                <a:latin typeface="Calibri"/>
                <a:cs typeface="Calibri"/>
              </a:rPr>
              <a:t> </a:t>
            </a:r>
            <a:r>
              <a:rPr sz="1875" spc="-8" dirty="0">
                <a:latin typeface="Calibri"/>
                <a:cs typeface="Calibri"/>
              </a:rPr>
              <a:t>Boards</a:t>
            </a:r>
            <a:endParaRPr sz="1875">
              <a:latin typeface="Calibri"/>
              <a:cs typeface="Calibri"/>
            </a:endParaRPr>
          </a:p>
          <a:p>
            <a:pPr>
              <a:spcBef>
                <a:spcPts val="611"/>
              </a:spcBef>
            </a:pPr>
            <a:endParaRPr sz="1875">
              <a:latin typeface="Calibri"/>
              <a:cs typeface="Calibri"/>
            </a:endParaRPr>
          </a:p>
          <a:p>
            <a:pPr marL="9525" marR="3810">
              <a:lnSpc>
                <a:spcPct val="125000"/>
              </a:lnSpc>
            </a:pPr>
            <a:r>
              <a:rPr sz="1500" dirty="0">
                <a:latin typeface="Calibri"/>
                <a:cs typeface="Calibri"/>
              </a:rPr>
              <a:t>A</a:t>
            </a:r>
            <a:r>
              <a:rPr sz="1500" spc="-26" dirty="0">
                <a:latin typeface="Calibri"/>
                <a:cs typeface="Calibri"/>
              </a:rPr>
              <a:t> </a:t>
            </a:r>
            <a:r>
              <a:rPr sz="1500" spc="-8" dirty="0">
                <a:latin typeface="Calibri"/>
                <a:cs typeface="Calibri"/>
              </a:rPr>
              <a:t>Prospective</a:t>
            </a:r>
            <a:r>
              <a:rPr sz="1500" spc="-23" dirty="0">
                <a:latin typeface="Calibri"/>
                <a:cs typeface="Calibri"/>
              </a:rPr>
              <a:t> </a:t>
            </a:r>
            <a:r>
              <a:rPr sz="1500" dirty="0">
                <a:latin typeface="Calibri"/>
                <a:cs typeface="Calibri"/>
              </a:rPr>
              <a:t>Companion</a:t>
            </a:r>
            <a:r>
              <a:rPr sz="1500" spc="-26" dirty="0">
                <a:latin typeface="Calibri"/>
                <a:cs typeface="Calibri"/>
              </a:rPr>
              <a:t> </a:t>
            </a:r>
            <a:r>
              <a:rPr sz="1500" dirty="0">
                <a:latin typeface="Calibri"/>
                <a:cs typeface="Calibri"/>
              </a:rPr>
              <a:t>looking</a:t>
            </a:r>
            <a:r>
              <a:rPr sz="1500" spc="-23" dirty="0">
                <a:latin typeface="Calibri"/>
                <a:cs typeface="Calibri"/>
              </a:rPr>
              <a:t> </a:t>
            </a:r>
            <a:r>
              <a:rPr sz="1500" dirty="0">
                <a:latin typeface="Calibri"/>
                <a:cs typeface="Calibri"/>
              </a:rPr>
              <a:t>to</a:t>
            </a:r>
            <a:r>
              <a:rPr sz="1500" spc="-26" dirty="0">
                <a:latin typeface="Calibri"/>
                <a:cs typeface="Calibri"/>
              </a:rPr>
              <a:t> </a:t>
            </a:r>
            <a:r>
              <a:rPr sz="1500" dirty="0">
                <a:latin typeface="Calibri"/>
                <a:cs typeface="Calibri"/>
              </a:rPr>
              <a:t>join</a:t>
            </a:r>
            <a:r>
              <a:rPr sz="1500" spc="-26" dirty="0">
                <a:latin typeface="Calibri"/>
                <a:cs typeface="Calibri"/>
              </a:rPr>
              <a:t> </a:t>
            </a:r>
            <a:r>
              <a:rPr sz="1500" dirty="0">
                <a:latin typeface="Calibri"/>
                <a:cs typeface="Calibri"/>
              </a:rPr>
              <a:t>the</a:t>
            </a:r>
            <a:r>
              <a:rPr sz="1500" spc="-23" dirty="0">
                <a:latin typeface="Calibri"/>
                <a:cs typeface="Calibri"/>
              </a:rPr>
              <a:t> </a:t>
            </a:r>
            <a:r>
              <a:rPr sz="1500" spc="-8" dirty="0">
                <a:latin typeface="Calibri"/>
                <a:cs typeface="Calibri"/>
              </a:rPr>
              <a:t>Royal</a:t>
            </a:r>
            <a:r>
              <a:rPr sz="1500" spc="-26" dirty="0">
                <a:latin typeface="Calibri"/>
                <a:cs typeface="Calibri"/>
              </a:rPr>
              <a:t> </a:t>
            </a:r>
            <a:r>
              <a:rPr sz="1500" dirty="0">
                <a:latin typeface="Calibri"/>
                <a:cs typeface="Calibri"/>
              </a:rPr>
              <a:t>Arch</a:t>
            </a:r>
            <a:r>
              <a:rPr sz="1500" spc="-30" dirty="0">
                <a:latin typeface="Calibri"/>
                <a:cs typeface="Calibri"/>
              </a:rPr>
              <a:t> </a:t>
            </a:r>
            <a:r>
              <a:rPr sz="1500" dirty="0">
                <a:latin typeface="Calibri"/>
                <a:cs typeface="Calibri"/>
              </a:rPr>
              <a:t>only</a:t>
            </a:r>
            <a:r>
              <a:rPr sz="1500" spc="-23" dirty="0">
                <a:latin typeface="Calibri"/>
                <a:cs typeface="Calibri"/>
              </a:rPr>
              <a:t> </a:t>
            </a:r>
            <a:r>
              <a:rPr sz="1500" dirty="0">
                <a:latin typeface="Calibri"/>
                <a:cs typeface="Calibri"/>
              </a:rPr>
              <a:t>has</a:t>
            </a:r>
            <a:r>
              <a:rPr sz="1500" spc="-26" dirty="0">
                <a:latin typeface="Calibri"/>
                <a:cs typeface="Calibri"/>
              </a:rPr>
              <a:t> </a:t>
            </a:r>
            <a:r>
              <a:rPr sz="1500" spc="-8" dirty="0">
                <a:latin typeface="Calibri"/>
                <a:cs typeface="Calibri"/>
              </a:rPr>
              <a:t>their experience</a:t>
            </a:r>
            <a:r>
              <a:rPr sz="1500" spc="-30" dirty="0">
                <a:latin typeface="Calibri"/>
                <a:cs typeface="Calibri"/>
              </a:rPr>
              <a:t> </a:t>
            </a:r>
            <a:r>
              <a:rPr sz="1500" dirty="0">
                <a:latin typeface="Calibri"/>
                <a:cs typeface="Calibri"/>
              </a:rPr>
              <a:t>gained</a:t>
            </a:r>
            <a:r>
              <a:rPr sz="1500" spc="-34" dirty="0">
                <a:latin typeface="Calibri"/>
                <a:cs typeface="Calibri"/>
              </a:rPr>
              <a:t> </a:t>
            </a:r>
            <a:r>
              <a:rPr sz="1500" dirty="0">
                <a:latin typeface="Calibri"/>
                <a:cs typeface="Calibri"/>
              </a:rPr>
              <a:t>in</a:t>
            </a:r>
            <a:r>
              <a:rPr sz="1500" spc="-34" dirty="0">
                <a:latin typeface="Calibri"/>
                <a:cs typeface="Calibri"/>
              </a:rPr>
              <a:t> </a:t>
            </a:r>
            <a:r>
              <a:rPr sz="1500" dirty="0">
                <a:latin typeface="Calibri"/>
                <a:cs typeface="Calibri"/>
              </a:rPr>
              <a:t>their</a:t>
            </a:r>
            <a:r>
              <a:rPr sz="1500" spc="-30" dirty="0">
                <a:latin typeface="Calibri"/>
                <a:cs typeface="Calibri"/>
              </a:rPr>
              <a:t> </a:t>
            </a:r>
            <a:r>
              <a:rPr sz="1500" dirty="0">
                <a:latin typeface="Calibri"/>
                <a:cs typeface="Calibri"/>
              </a:rPr>
              <a:t>Lodge.</a:t>
            </a:r>
            <a:r>
              <a:rPr sz="1500" spc="-34" dirty="0">
                <a:latin typeface="Calibri"/>
                <a:cs typeface="Calibri"/>
              </a:rPr>
              <a:t> </a:t>
            </a:r>
            <a:r>
              <a:rPr sz="1500" dirty="0">
                <a:latin typeface="Calibri"/>
                <a:cs typeface="Calibri"/>
              </a:rPr>
              <a:t>It</a:t>
            </a:r>
            <a:r>
              <a:rPr sz="1500" spc="-34"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likely</a:t>
            </a:r>
            <a:r>
              <a:rPr sz="1500" spc="-30" dirty="0">
                <a:latin typeface="Calibri"/>
                <a:cs typeface="Calibri"/>
              </a:rPr>
              <a:t> </a:t>
            </a:r>
            <a:r>
              <a:rPr sz="1500" dirty="0">
                <a:latin typeface="Calibri"/>
                <a:cs typeface="Calibri"/>
              </a:rPr>
              <a:t>they</a:t>
            </a:r>
            <a:r>
              <a:rPr sz="1500" spc="-30" dirty="0">
                <a:latin typeface="Calibri"/>
                <a:cs typeface="Calibri"/>
              </a:rPr>
              <a:t> </a:t>
            </a:r>
            <a:r>
              <a:rPr sz="1500" dirty="0">
                <a:latin typeface="Calibri"/>
                <a:cs typeface="Calibri"/>
              </a:rPr>
              <a:t>only</a:t>
            </a:r>
            <a:r>
              <a:rPr sz="1500" spc="-30" dirty="0">
                <a:latin typeface="Calibri"/>
                <a:cs typeface="Calibri"/>
              </a:rPr>
              <a:t> </a:t>
            </a:r>
            <a:r>
              <a:rPr sz="1500" dirty="0">
                <a:latin typeface="Calibri"/>
                <a:cs typeface="Calibri"/>
              </a:rPr>
              <a:t>have</a:t>
            </a:r>
            <a:r>
              <a:rPr sz="1500" spc="-30" dirty="0">
                <a:latin typeface="Calibri"/>
                <a:cs typeface="Calibri"/>
              </a:rPr>
              <a:t> </a:t>
            </a:r>
            <a:r>
              <a:rPr sz="1500" dirty="0">
                <a:latin typeface="Calibri"/>
                <a:cs typeface="Calibri"/>
              </a:rPr>
              <a:t>one</a:t>
            </a:r>
            <a:r>
              <a:rPr sz="1500" spc="-30" dirty="0">
                <a:latin typeface="Calibri"/>
                <a:cs typeface="Calibri"/>
              </a:rPr>
              <a:t> </a:t>
            </a:r>
            <a:r>
              <a:rPr sz="1500" spc="-8" dirty="0">
                <a:latin typeface="Calibri"/>
                <a:cs typeface="Calibri"/>
              </a:rPr>
              <a:t>Craft Membership</a:t>
            </a:r>
            <a:r>
              <a:rPr sz="1500" spc="-34" dirty="0">
                <a:latin typeface="Calibri"/>
                <a:cs typeface="Calibri"/>
              </a:rPr>
              <a:t> </a:t>
            </a:r>
            <a:r>
              <a:rPr sz="1500" dirty="0">
                <a:latin typeface="Calibri"/>
                <a:cs typeface="Calibri"/>
              </a:rPr>
              <a:t>at</a:t>
            </a:r>
            <a:r>
              <a:rPr sz="1500" spc="-30" dirty="0">
                <a:latin typeface="Calibri"/>
                <a:cs typeface="Calibri"/>
              </a:rPr>
              <a:t> </a:t>
            </a:r>
            <a:r>
              <a:rPr sz="1500" dirty="0">
                <a:latin typeface="Calibri"/>
                <a:cs typeface="Calibri"/>
              </a:rPr>
              <a:t>the</a:t>
            </a:r>
            <a:r>
              <a:rPr sz="1500" spc="-30" dirty="0">
                <a:latin typeface="Calibri"/>
                <a:cs typeface="Calibri"/>
              </a:rPr>
              <a:t> </a:t>
            </a:r>
            <a:r>
              <a:rPr sz="1500" dirty="0">
                <a:latin typeface="Calibri"/>
                <a:cs typeface="Calibri"/>
              </a:rPr>
              <a:t>time</a:t>
            </a:r>
            <a:r>
              <a:rPr sz="1500" spc="-26" dirty="0">
                <a:latin typeface="Calibri"/>
                <a:cs typeface="Calibri"/>
              </a:rPr>
              <a:t> </a:t>
            </a:r>
            <a:r>
              <a:rPr sz="1500" dirty="0">
                <a:latin typeface="Calibri"/>
                <a:cs typeface="Calibri"/>
              </a:rPr>
              <a:t>they</a:t>
            </a:r>
            <a:r>
              <a:rPr sz="1500" spc="-26" dirty="0">
                <a:latin typeface="Calibri"/>
                <a:cs typeface="Calibri"/>
              </a:rPr>
              <a:t> </a:t>
            </a:r>
            <a:r>
              <a:rPr sz="1500" dirty="0">
                <a:latin typeface="Calibri"/>
                <a:cs typeface="Calibri"/>
              </a:rPr>
              <a:t>are</a:t>
            </a:r>
            <a:r>
              <a:rPr sz="1500" spc="-30" dirty="0">
                <a:latin typeface="Calibri"/>
                <a:cs typeface="Calibri"/>
              </a:rPr>
              <a:t> </a:t>
            </a:r>
            <a:r>
              <a:rPr sz="1500" dirty="0">
                <a:latin typeface="Calibri"/>
                <a:cs typeface="Calibri"/>
              </a:rPr>
              <a:t>looking</a:t>
            </a:r>
            <a:r>
              <a:rPr sz="1500" spc="-26" dirty="0">
                <a:latin typeface="Calibri"/>
                <a:cs typeface="Calibri"/>
              </a:rPr>
              <a:t> </a:t>
            </a:r>
            <a:r>
              <a:rPr sz="1500" dirty="0">
                <a:latin typeface="Calibri"/>
                <a:cs typeface="Calibri"/>
              </a:rPr>
              <a:t>to</a:t>
            </a:r>
            <a:r>
              <a:rPr sz="1500" spc="-34" dirty="0">
                <a:latin typeface="Calibri"/>
                <a:cs typeface="Calibri"/>
              </a:rPr>
              <a:t> </a:t>
            </a:r>
            <a:r>
              <a:rPr sz="1500" dirty="0">
                <a:latin typeface="Calibri"/>
                <a:cs typeface="Calibri"/>
              </a:rPr>
              <a:t>Continue</a:t>
            </a:r>
            <a:r>
              <a:rPr sz="1500" spc="-26" dirty="0">
                <a:latin typeface="Calibri"/>
                <a:cs typeface="Calibri"/>
              </a:rPr>
              <a:t> </a:t>
            </a:r>
            <a:r>
              <a:rPr sz="1500" dirty="0">
                <a:latin typeface="Calibri"/>
                <a:cs typeface="Calibri"/>
              </a:rPr>
              <a:t>their</a:t>
            </a:r>
            <a:r>
              <a:rPr sz="1500" spc="-26" dirty="0">
                <a:latin typeface="Calibri"/>
                <a:cs typeface="Calibri"/>
              </a:rPr>
              <a:t> </a:t>
            </a:r>
            <a:r>
              <a:rPr sz="1500" dirty="0">
                <a:latin typeface="Calibri"/>
                <a:cs typeface="Calibri"/>
              </a:rPr>
              <a:t>journey</a:t>
            </a:r>
            <a:r>
              <a:rPr sz="1500" spc="-30" dirty="0">
                <a:latin typeface="Calibri"/>
                <a:cs typeface="Calibri"/>
              </a:rPr>
              <a:t> </a:t>
            </a:r>
            <a:r>
              <a:rPr sz="1500" spc="-19" dirty="0">
                <a:latin typeface="Calibri"/>
                <a:cs typeface="Calibri"/>
              </a:rPr>
              <a:t>of </a:t>
            </a:r>
            <a:r>
              <a:rPr sz="1500" dirty="0">
                <a:latin typeface="Calibri"/>
                <a:cs typeface="Calibri"/>
              </a:rPr>
              <a:t>discovery</a:t>
            </a:r>
            <a:r>
              <a:rPr sz="1500" spc="-41" dirty="0">
                <a:latin typeface="Calibri"/>
                <a:cs typeface="Calibri"/>
              </a:rPr>
              <a:t> </a:t>
            </a:r>
            <a:r>
              <a:rPr sz="1500" dirty="0">
                <a:latin typeface="Calibri"/>
                <a:cs typeface="Calibri"/>
              </a:rPr>
              <a:t>and</a:t>
            </a:r>
            <a:r>
              <a:rPr sz="1500" spc="-41" dirty="0">
                <a:latin typeface="Calibri"/>
                <a:cs typeface="Calibri"/>
              </a:rPr>
              <a:t> </a:t>
            </a:r>
            <a:r>
              <a:rPr sz="1500" dirty="0">
                <a:latin typeface="Calibri"/>
                <a:cs typeface="Calibri"/>
              </a:rPr>
              <a:t>as</a:t>
            </a:r>
            <a:r>
              <a:rPr sz="1500" spc="-45" dirty="0">
                <a:latin typeface="Calibri"/>
                <a:cs typeface="Calibri"/>
              </a:rPr>
              <a:t> </a:t>
            </a:r>
            <a:r>
              <a:rPr sz="1500" dirty="0">
                <a:latin typeface="Calibri"/>
                <a:cs typeface="Calibri"/>
              </a:rPr>
              <a:t>such</a:t>
            </a:r>
            <a:r>
              <a:rPr sz="1500" spc="-41" dirty="0">
                <a:latin typeface="Calibri"/>
                <a:cs typeface="Calibri"/>
              </a:rPr>
              <a:t> </a:t>
            </a:r>
            <a:r>
              <a:rPr sz="1500" dirty="0">
                <a:latin typeface="Calibri"/>
                <a:cs typeface="Calibri"/>
              </a:rPr>
              <a:t>they</a:t>
            </a:r>
            <a:r>
              <a:rPr sz="1500" spc="-41" dirty="0">
                <a:latin typeface="Calibri"/>
                <a:cs typeface="Calibri"/>
              </a:rPr>
              <a:t> </a:t>
            </a:r>
            <a:r>
              <a:rPr sz="1500" dirty="0">
                <a:latin typeface="Calibri"/>
                <a:cs typeface="Calibri"/>
              </a:rPr>
              <a:t>have</a:t>
            </a:r>
            <a:r>
              <a:rPr sz="1500" spc="-38" dirty="0">
                <a:latin typeface="Calibri"/>
                <a:cs typeface="Calibri"/>
              </a:rPr>
              <a:t> </a:t>
            </a:r>
            <a:r>
              <a:rPr sz="1500" dirty="0">
                <a:latin typeface="Calibri"/>
                <a:cs typeface="Calibri"/>
              </a:rPr>
              <a:t>little</a:t>
            </a:r>
            <a:r>
              <a:rPr sz="1500" spc="-41" dirty="0">
                <a:latin typeface="Calibri"/>
                <a:cs typeface="Calibri"/>
              </a:rPr>
              <a:t> </a:t>
            </a:r>
            <a:r>
              <a:rPr sz="1500" dirty="0">
                <a:latin typeface="Calibri"/>
                <a:cs typeface="Calibri"/>
              </a:rPr>
              <a:t>to</a:t>
            </a:r>
            <a:r>
              <a:rPr sz="1500" spc="-41" dirty="0">
                <a:latin typeface="Calibri"/>
                <a:cs typeface="Calibri"/>
              </a:rPr>
              <a:t> </a:t>
            </a:r>
            <a:r>
              <a:rPr sz="1500" dirty="0">
                <a:latin typeface="Calibri"/>
                <a:cs typeface="Calibri"/>
              </a:rPr>
              <a:t>base</a:t>
            </a:r>
            <a:r>
              <a:rPr sz="1500" spc="-41" dirty="0">
                <a:latin typeface="Calibri"/>
                <a:cs typeface="Calibri"/>
              </a:rPr>
              <a:t> </a:t>
            </a:r>
            <a:r>
              <a:rPr sz="1500" dirty="0">
                <a:latin typeface="Calibri"/>
                <a:cs typeface="Calibri"/>
              </a:rPr>
              <a:t>their</a:t>
            </a:r>
            <a:r>
              <a:rPr sz="1500" spc="-38" dirty="0">
                <a:latin typeface="Calibri"/>
                <a:cs typeface="Calibri"/>
              </a:rPr>
              <a:t> </a:t>
            </a:r>
            <a:r>
              <a:rPr sz="1500" spc="-8" dirty="0">
                <a:latin typeface="Calibri"/>
                <a:cs typeface="Calibri"/>
              </a:rPr>
              <a:t>expectations</a:t>
            </a:r>
            <a:r>
              <a:rPr sz="1500" spc="-45" dirty="0">
                <a:latin typeface="Calibri"/>
                <a:cs typeface="Calibri"/>
              </a:rPr>
              <a:t> </a:t>
            </a:r>
            <a:r>
              <a:rPr sz="1500" spc="-19" dirty="0">
                <a:latin typeface="Calibri"/>
                <a:cs typeface="Calibri"/>
              </a:rPr>
              <a:t>on.</a:t>
            </a:r>
            <a:endParaRPr sz="1500">
              <a:latin typeface="Calibri"/>
              <a:cs typeface="Calibri"/>
            </a:endParaRPr>
          </a:p>
          <a:p>
            <a:pPr marL="9525" marR="55721">
              <a:lnSpc>
                <a:spcPct val="125000"/>
              </a:lnSpc>
              <a:spcBef>
                <a:spcPts val="1500"/>
              </a:spcBef>
            </a:pPr>
            <a:r>
              <a:rPr sz="1500" dirty="0">
                <a:latin typeface="Calibri"/>
                <a:cs typeface="Calibri"/>
              </a:rPr>
              <a:t>The</a:t>
            </a:r>
            <a:r>
              <a:rPr sz="1500" spc="-34" dirty="0">
                <a:latin typeface="Calibri"/>
                <a:cs typeface="Calibri"/>
              </a:rPr>
              <a:t> </a:t>
            </a:r>
            <a:r>
              <a:rPr sz="1500" spc="-8" dirty="0">
                <a:latin typeface="Calibri"/>
                <a:cs typeface="Calibri"/>
              </a:rPr>
              <a:t>Chapter’s</a:t>
            </a:r>
            <a:r>
              <a:rPr sz="1500" spc="-34" dirty="0">
                <a:latin typeface="Calibri"/>
                <a:cs typeface="Calibri"/>
              </a:rPr>
              <a:t> </a:t>
            </a:r>
            <a:r>
              <a:rPr sz="1500" spc="-8" dirty="0">
                <a:latin typeface="Calibri"/>
                <a:cs typeface="Calibri"/>
              </a:rPr>
              <a:t>Information</a:t>
            </a:r>
            <a:r>
              <a:rPr sz="1500" spc="-34" dirty="0">
                <a:latin typeface="Calibri"/>
                <a:cs typeface="Calibri"/>
              </a:rPr>
              <a:t> </a:t>
            </a:r>
            <a:r>
              <a:rPr sz="1500" dirty="0">
                <a:latin typeface="Calibri"/>
                <a:cs typeface="Calibri"/>
              </a:rPr>
              <a:t>Sheet</a:t>
            </a:r>
            <a:r>
              <a:rPr sz="1500" spc="-34" dirty="0">
                <a:latin typeface="Calibri"/>
                <a:cs typeface="Calibri"/>
              </a:rPr>
              <a:t> </a:t>
            </a:r>
            <a:r>
              <a:rPr sz="1500" dirty="0">
                <a:latin typeface="Calibri"/>
                <a:cs typeface="Calibri"/>
              </a:rPr>
              <a:t>is</a:t>
            </a:r>
            <a:r>
              <a:rPr sz="1500" spc="-34" dirty="0">
                <a:latin typeface="Calibri"/>
                <a:cs typeface="Calibri"/>
              </a:rPr>
              <a:t> </a:t>
            </a:r>
            <a:r>
              <a:rPr sz="1500" dirty="0">
                <a:latin typeface="Calibri"/>
                <a:cs typeface="Calibri"/>
              </a:rPr>
              <a:t>a</a:t>
            </a:r>
            <a:r>
              <a:rPr sz="1500" spc="-34" dirty="0">
                <a:latin typeface="Calibri"/>
                <a:cs typeface="Calibri"/>
              </a:rPr>
              <a:t> </a:t>
            </a:r>
            <a:r>
              <a:rPr sz="1500" dirty="0">
                <a:latin typeface="Calibri"/>
                <a:cs typeface="Calibri"/>
              </a:rPr>
              <a:t>key</a:t>
            </a:r>
            <a:r>
              <a:rPr sz="1500" spc="-30" dirty="0">
                <a:latin typeface="Calibri"/>
                <a:cs typeface="Calibri"/>
              </a:rPr>
              <a:t> </a:t>
            </a:r>
            <a:r>
              <a:rPr sz="1500" spc="-8" dirty="0">
                <a:latin typeface="Calibri"/>
                <a:cs typeface="Calibri"/>
              </a:rPr>
              <a:t>resource</a:t>
            </a:r>
            <a:r>
              <a:rPr sz="1500" spc="-30" dirty="0">
                <a:latin typeface="Calibri"/>
                <a:cs typeface="Calibri"/>
              </a:rPr>
              <a:t> </a:t>
            </a:r>
            <a:r>
              <a:rPr sz="1500" dirty="0">
                <a:latin typeface="Calibri"/>
                <a:cs typeface="Calibri"/>
              </a:rPr>
              <a:t>when</a:t>
            </a:r>
            <a:r>
              <a:rPr sz="1500" spc="-34" dirty="0">
                <a:latin typeface="Calibri"/>
                <a:cs typeface="Calibri"/>
              </a:rPr>
              <a:t> </a:t>
            </a:r>
            <a:r>
              <a:rPr sz="1500" spc="-8" dirty="0">
                <a:latin typeface="Calibri"/>
                <a:cs typeface="Calibri"/>
              </a:rPr>
              <a:t>explaining</a:t>
            </a:r>
            <a:r>
              <a:rPr sz="1500" spc="-34" dirty="0">
                <a:latin typeface="Calibri"/>
                <a:cs typeface="Calibri"/>
              </a:rPr>
              <a:t> </a:t>
            </a:r>
            <a:r>
              <a:rPr sz="1500" spc="-19" dirty="0">
                <a:latin typeface="Calibri"/>
                <a:cs typeface="Calibri"/>
              </a:rPr>
              <a:t>to </a:t>
            </a:r>
            <a:r>
              <a:rPr sz="1500" spc="-8" dirty="0">
                <a:latin typeface="Calibri"/>
                <a:cs typeface="Calibri"/>
              </a:rPr>
              <a:t>Prospective</a:t>
            </a:r>
            <a:r>
              <a:rPr sz="1500" spc="-34" dirty="0">
                <a:latin typeface="Calibri"/>
                <a:cs typeface="Calibri"/>
              </a:rPr>
              <a:t> </a:t>
            </a:r>
            <a:r>
              <a:rPr sz="1500" spc="-8" dirty="0">
                <a:latin typeface="Calibri"/>
                <a:cs typeface="Calibri"/>
              </a:rPr>
              <a:t>Companions;-</a:t>
            </a:r>
            <a:endParaRPr sz="1500">
              <a:latin typeface="Calibri"/>
              <a:cs typeface="Calibri"/>
            </a:endParaRPr>
          </a:p>
          <a:p>
            <a:pPr marL="170497" marR="589121" indent="-160972">
              <a:lnSpc>
                <a:spcPct val="125000"/>
              </a:lnSpc>
              <a:spcBef>
                <a:spcPts val="1500"/>
              </a:spcBef>
              <a:buChar char="•"/>
              <a:tabLst>
                <a:tab pos="171450" algn="l"/>
              </a:tabLst>
            </a:pPr>
            <a:r>
              <a:rPr sz="1500" b="1" dirty="0">
                <a:latin typeface="Calibri"/>
                <a:cs typeface="Calibri"/>
              </a:rPr>
              <a:t>Meeting</a:t>
            </a:r>
            <a:r>
              <a:rPr sz="1500" b="1" spc="-41" dirty="0">
                <a:latin typeface="Calibri"/>
                <a:cs typeface="Calibri"/>
              </a:rPr>
              <a:t> </a:t>
            </a:r>
            <a:r>
              <a:rPr sz="1500" b="1" spc="-8" dirty="0">
                <a:latin typeface="Calibri"/>
                <a:cs typeface="Calibri"/>
              </a:rPr>
              <a:t>Frequencies</a:t>
            </a:r>
            <a:r>
              <a:rPr sz="1500" b="1" spc="-34" dirty="0">
                <a:latin typeface="Calibri"/>
                <a:cs typeface="Calibri"/>
              </a:rPr>
              <a:t> </a:t>
            </a:r>
            <a:r>
              <a:rPr sz="1500" dirty="0">
                <a:latin typeface="Calibri"/>
                <a:cs typeface="Calibri"/>
              </a:rPr>
              <a:t>–</a:t>
            </a:r>
            <a:r>
              <a:rPr sz="1500" spc="-41" dirty="0">
                <a:latin typeface="Calibri"/>
                <a:cs typeface="Calibri"/>
              </a:rPr>
              <a:t> </a:t>
            </a:r>
            <a:r>
              <a:rPr sz="1500" dirty="0">
                <a:latin typeface="Calibri"/>
                <a:cs typeface="Calibri"/>
              </a:rPr>
              <a:t>both</a:t>
            </a:r>
            <a:r>
              <a:rPr sz="1500" spc="-38" dirty="0">
                <a:latin typeface="Calibri"/>
                <a:cs typeface="Calibri"/>
              </a:rPr>
              <a:t> </a:t>
            </a:r>
            <a:r>
              <a:rPr sz="1500" dirty="0">
                <a:latin typeface="Calibri"/>
                <a:cs typeface="Calibri"/>
              </a:rPr>
              <a:t>actual</a:t>
            </a:r>
            <a:r>
              <a:rPr sz="1500" spc="-38" dirty="0">
                <a:latin typeface="Calibri"/>
                <a:cs typeface="Calibri"/>
              </a:rPr>
              <a:t> </a:t>
            </a:r>
            <a:r>
              <a:rPr sz="1500" dirty="0">
                <a:latin typeface="Calibri"/>
                <a:cs typeface="Calibri"/>
              </a:rPr>
              <a:t>meetings</a:t>
            </a:r>
            <a:r>
              <a:rPr sz="1500" spc="-41" dirty="0">
                <a:latin typeface="Calibri"/>
                <a:cs typeface="Calibri"/>
              </a:rPr>
              <a:t> </a:t>
            </a:r>
            <a:r>
              <a:rPr sz="1500" dirty="0">
                <a:latin typeface="Calibri"/>
                <a:cs typeface="Calibri"/>
              </a:rPr>
              <a:t>and</a:t>
            </a:r>
            <a:r>
              <a:rPr sz="1500" spc="-38" dirty="0">
                <a:latin typeface="Calibri"/>
                <a:cs typeface="Calibri"/>
              </a:rPr>
              <a:t> </a:t>
            </a:r>
            <a:r>
              <a:rPr sz="1500" spc="-8" dirty="0">
                <a:latin typeface="Calibri"/>
                <a:cs typeface="Calibri"/>
              </a:rPr>
              <a:t>rehearsals 	(invariably</a:t>
            </a:r>
            <a:r>
              <a:rPr sz="1500" spc="-41" dirty="0">
                <a:latin typeface="Calibri"/>
                <a:cs typeface="Calibri"/>
              </a:rPr>
              <a:t> </a:t>
            </a:r>
            <a:r>
              <a:rPr sz="1500" spc="-8" dirty="0">
                <a:latin typeface="Calibri"/>
                <a:cs typeface="Calibri"/>
              </a:rPr>
              <a:t>Royal</a:t>
            </a:r>
            <a:r>
              <a:rPr sz="1500" spc="-41" dirty="0">
                <a:latin typeface="Calibri"/>
                <a:cs typeface="Calibri"/>
              </a:rPr>
              <a:t> </a:t>
            </a:r>
            <a:r>
              <a:rPr sz="1500" dirty="0">
                <a:latin typeface="Calibri"/>
                <a:cs typeface="Calibri"/>
              </a:rPr>
              <a:t>Arch</a:t>
            </a:r>
            <a:r>
              <a:rPr sz="1500" spc="-38" dirty="0">
                <a:latin typeface="Calibri"/>
                <a:cs typeface="Calibri"/>
              </a:rPr>
              <a:t> </a:t>
            </a:r>
            <a:r>
              <a:rPr sz="1500" spc="-8" dirty="0">
                <a:latin typeface="Calibri"/>
                <a:cs typeface="Calibri"/>
              </a:rPr>
              <a:t>Chapters</a:t>
            </a:r>
            <a:r>
              <a:rPr sz="1500" spc="-41" dirty="0">
                <a:latin typeface="Calibri"/>
                <a:cs typeface="Calibri"/>
              </a:rPr>
              <a:t> </a:t>
            </a:r>
            <a:r>
              <a:rPr sz="1500" dirty="0">
                <a:latin typeface="Calibri"/>
                <a:cs typeface="Calibri"/>
              </a:rPr>
              <a:t>meet</a:t>
            </a:r>
            <a:r>
              <a:rPr sz="1500" spc="-41" dirty="0">
                <a:latin typeface="Calibri"/>
                <a:cs typeface="Calibri"/>
              </a:rPr>
              <a:t> </a:t>
            </a:r>
            <a:r>
              <a:rPr sz="1500" dirty="0">
                <a:latin typeface="Calibri"/>
                <a:cs typeface="Calibri"/>
              </a:rPr>
              <a:t>on</a:t>
            </a:r>
            <a:r>
              <a:rPr sz="1500" spc="-41" dirty="0">
                <a:latin typeface="Calibri"/>
                <a:cs typeface="Calibri"/>
              </a:rPr>
              <a:t> </a:t>
            </a:r>
            <a:r>
              <a:rPr sz="1500" dirty="0">
                <a:latin typeface="Calibri"/>
                <a:cs typeface="Calibri"/>
              </a:rPr>
              <a:t>much</a:t>
            </a:r>
            <a:r>
              <a:rPr sz="1500" spc="-41" dirty="0">
                <a:latin typeface="Calibri"/>
                <a:cs typeface="Calibri"/>
              </a:rPr>
              <a:t> </a:t>
            </a:r>
            <a:r>
              <a:rPr sz="1500" spc="-8" dirty="0">
                <a:latin typeface="Calibri"/>
                <a:cs typeface="Calibri"/>
              </a:rPr>
              <a:t>reduced 	</a:t>
            </a:r>
            <a:r>
              <a:rPr sz="1500" dirty="0">
                <a:latin typeface="Calibri"/>
                <a:cs typeface="Calibri"/>
              </a:rPr>
              <a:t>frequency</a:t>
            </a:r>
            <a:r>
              <a:rPr sz="1500" spc="-53" dirty="0">
                <a:latin typeface="Calibri"/>
                <a:cs typeface="Calibri"/>
              </a:rPr>
              <a:t> </a:t>
            </a:r>
            <a:r>
              <a:rPr sz="1500" spc="-8" dirty="0">
                <a:latin typeface="Calibri"/>
                <a:cs typeface="Calibri"/>
              </a:rPr>
              <a:t>compared</a:t>
            </a:r>
            <a:r>
              <a:rPr sz="1500" spc="-53" dirty="0">
                <a:latin typeface="Calibri"/>
                <a:cs typeface="Calibri"/>
              </a:rPr>
              <a:t> </a:t>
            </a:r>
            <a:r>
              <a:rPr sz="1500" dirty="0">
                <a:latin typeface="Calibri"/>
                <a:cs typeface="Calibri"/>
              </a:rPr>
              <a:t>to</a:t>
            </a:r>
            <a:r>
              <a:rPr sz="1500" spc="-53" dirty="0">
                <a:latin typeface="Calibri"/>
                <a:cs typeface="Calibri"/>
              </a:rPr>
              <a:t> </a:t>
            </a:r>
            <a:r>
              <a:rPr sz="1500" spc="-8" dirty="0">
                <a:latin typeface="Calibri"/>
                <a:cs typeface="Calibri"/>
              </a:rPr>
              <a:t>Lodges)</a:t>
            </a:r>
            <a:endParaRPr sz="1500">
              <a:latin typeface="Calibri"/>
              <a:cs typeface="Calibri"/>
            </a:endParaRPr>
          </a:p>
          <a:p>
            <a:pPr>
              <a:spcBef>
                <a:spcPts val="116"/>
              </a:spcBef>
              <a:buFont typeface="Calibri"/>
              <a:buChar char="•"/>
            </a:pPr>
            <a:endParaRPr sz="1500">
              <a:latin typeface="Calibri"/>
              <a:cs typeface="Calibri"/>
            </a:endParaRPr>
          </a:p>
          <a:p>
            <a:pPr marL="170497" indent="-160972">
              <a:spcBef>
                <a:spcPts val="4"/>
              </a:spcBef>
              <a:buChar char="•"/>
              <a:tabLst>
                <a:tab pos="170497" algn="l"/>
              </a:tabLst>
            </a:pPr>
            <a:r>
              <a:rPr sz="1500" b="1" dirty="0">
                <a:latin typeface="Calibri"/>
                <a:cs typeface="Calibri"/>
              </a:rPr>
              <a:t>Costs,</a:t>
            </a:r>
            <a:r>
              <a:rPr sz="1500" b="1" spc="-34" dirty="0">
                <a:latin typeface="Calibri"/>
                <a:cs typeface="Calibri"/>
              </a:rPr>
              <a:t> </a:t>
            </a:r>
            <a:r>
              <a:rPr sz="1500" dirty="0">
                <a:latin typeface="Calibri"/>
                <a:cs typeface="Calibri"/>
              </a:rPr>
              <a:t>both</a:t>
            </a:r>
            <a:r>
              <a:rPr sz="1500" spc="-34" dirty="0">
                <a:latin typeface="Calibri"/>
                <a:cs typeface="Calibri"/>
              </a:rPr>
              <a:t> </a:t>
            </a:r>
            <a:r>
              <a:rPr sz="1500" dirty="0">
                <a:latin typeface="Calibri"/>
                <a:cs typeface="Calibri"/>
              </a:rPr>
              <a:t>in</a:t>
            </a:r>
            <a:r>
              <a:rPr sz="1500" spc="-34" dirty="0">
                <a:latin typeface="Calibri"/>
                <a:cs typeface="Calibri"/>
              </a:rPr>
              <a:t> </a:t>
            </a:r>
            <a:r>
              <a:rPr sz="1500" spc="-8" dirty="0">
                <a:latin typeface="Calibri"/>
                <a:cs typeface="Calibri"/>
              </a:rPr>
              <a:t>subscriptions</a:t>
            </a:r>
            <a:r>
              <a:rPr sz="1500" spc="-34" dirty="0">
                <a:latin typeface="Calibri"/>
                <a:cs typeface="Calibri"/>
              </a:rPr>
              <a:t> </a:t>
            </a:r>
            <a:r>
              <a:rPr sz="1500" dirty="0">
                <a:latin typeface="Calibri"/>
                <a:cs typeface="Calibri"/>
              </a:rPr>
              <a:t>and</a:t>
            </a:r>
            <a:r>
              <a:rPr sz="1500" spc="-34" dirty="0">
                <a:latin typeface="Calibri"/>
                <a:cs typeface="Calibri"/>
              </a:rPr>
              <a:t> </a:t>
            </a:r>
            <a:r>
              <a:rPr sz="1500" dirty="0">
                <a:latin typeface="Calibri"/>
                <a:cs typeface="Calibri"/>
              </a:rPr>
              <a:t>purchase</a:t>
            </a:r>
            <a:r>
              <a:rPr sz="1500" spc="-30" dirty="0">
                <a:latin typeface="Calibri"/>
                <a:cs typeface="Calibri"/>
              </a:rPr>
              <a:t> </a:t>
            </a:r>
            <a:r>
              <a:rPr sz="1500" dirty="0">
                <a:latin typeface="Calibri"/>
                <a:cs typeface="Calibri"/>
              </a:rPr>
              <a:t>of</a:t>
            </a:r>
            <a:r>
              <a:rPr sz="1500" spc="-34" dirty="0">
                <a:latin typeface="Calibri"/>
                <a:cs typeface="Calibri"/>
              </a:rPr>
              <a:t> </a:t>
            </a:r>
            <a:r>
              <a:rPr sz="1500" spc="-8" dirty="0">
                <a:latin typeface="Calibri"/>
                <a:cs typeface="Calibri"/>
              </a:rPr>
              <a:t>regalia</a:t>
            </a:r>
            <a:endParaRPr sz="1500">
              <a:latin typeface="Calibri"/>
              <a:cs typeface="Calibri"/>
            </a:endParaRPr>
          </a:p>
        </p:txBody>
      </p:sp>
      <p:grpSp>
        <p:nvGrpSpPr>
          <p:cNvPr id="8" name="object 8"/>
          <p:cNvGrpSpPr/>
          <p:nvPr/>
        </p:nvGrpSpPr>
        <p:grpSpPr>
          <a:xfrm>
            <a:off x="342901" y="315497"/>
            <a:ext cx="6574631" cy="4081939"/>
            <a:chOff x="457200" y="420662"/>
            <a:chExt cx="8766175" cy="5442585"/>
          </a:xfrm>
        </p:grpSpPr>
        <p:pic>
          <p:nvPicPr>
            <p:cNvPr id="9" name="object 9"/>
            <p:cNvPicPr/>
            <p:nvPr/>
          </p:nvPicPr>
          <p:blipFill>
            <a:blip r:embed="rId4" cstate="print"/>
            <a:stretch>
              <a:fillRect/>
            </a:stretch>
          </p:blipFill>
          <p:spPr>
            <a:xfrm>
              <a:off x="457200" y="420662"/>
              <a:ext cx="1856752" cy="1641246"/>
            </a:xfrm>
            <a:prstGeom prst="rect">
              <a:avLst/>
            </a:prstGeom>
          </p:spPr>
        </p:pic>
        <p:sp>
          <p:nvSpPr>
            <p:cNvPr id="10" name="object 10">
              <a:hlinkClick r:id="rId5"/>
            </p:cNvPr>
            <p:cNvSpPr/>
            <p:nvPr/>
          </p:nvSpPr>
          <p:spPr>
            <a:xfrm>
              <a:off x="8915578" y="5458540"/>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11" name="object 11">
              <a:hlinkClick r:id="rId5"/>
            </p:cNvPr>
            <p:cNvPicPr/>
            <p:nvPr/>
          </p:nvPicPr>
          <p:blipFill>
            <a:blip r:embed="rId6" cstate="print"/>
            <a:stretch>
              <a:fillRect/>
            </a:stretch>
          </p:blipFill>
          <p:spPr>
            <a:xfrm>
              <a:off x="9048333" y="5383514"/>
              <a:ext cx="173131" cy="133427"/>
            </a:xfrm>
            <a:prstGeom prst="rect">
              <a:avLst/>
            </a:prstGeom>
          </p:spPr>
        </p:pic>
      </p:grpSp>
      <p:sp>
        <p:nvSpPr>
          <p:cNvPr id="12" name="object 12"/>
          <p:cNvSpPr txBox="1"/>
          <p:nvPr/>
        </p:nvSpPr>
        <p:spPr>
          <a:xfrm>
            <a:off x="6677026" y="1162050"/>
            <a:ext cx="5084921" cy="3172022"/>
          </a:xfrm>
          <a:prstGeom prst="rect">
            <a:avLst/>
          </a:prstGeom>
        </p:spPr>
        <p:txBody>
          <a:bodyPr vert="horz" wrap="square" lIns="0" tIns="9525" rIns="0" bIns="0" rtlCol="0">
            <a:spAutoFit/>
          </a:bodyPr>
          <a:lstStyle/>
          <a:p>
            <a:pPr marL="170497" marR="59055" indent="-160972">
              <a:lnSpc>
                <a:spcPct val="125000"/>
              </a:lnSpc>
              <a:spcBef>
                <a:spcPts val="75"/>
              </a:spcBef>
              <a:buChar char="•"/>
              <a:tabLst>
                <a:tab pos="171450" algn="l"/>
              </a:tabLst>
            </a:pPr>
            <a:r>
              <a:rPr sz="1500" b="1" spc="-8" dirty="0">
                <a:latin typeface="Calibri"/>
                <a:cs typeface="Calibri"/>
              </a:rPr>
              <a:t>Difference</a:t>
            </a:r>
            <a:r>
              <a:rPr sz="1500" b="1" spc="-45" dirty="0">
                <a:latin typeface="Calibri"/>
                <a:cs typeface="Calibri"/>
              </a:rPr>
              <a:t> </a:t>
            </a:r>
            <a:r>
              <a:rPr sz="1500" b="1" dirty="0">
                <a:latin typeface="Calibri"/>
                <a:cs typeface="Calibri"/>
              </a:rPr>
              <a:t>in</a:t>
            </a:r>
            <a:r>
              <a:rPr sz="1500" b="1" spc="-41" dirty="0">
                <a:latin typeface="Calibri"/>
                <a:cs typeface="Calibri"/>
              </a:rPr>
              <a:t> </a:t>
            </a:r>
            <a:r>
              <a:rPr sz="1500" b="1" spc="-15" dirty="0">
                <a:latin typeface="Calibri"/>
                <a:cs typeface="Calibri"/>
              </a:rPr>
              <a:t>Vocabulary</a:t>
            </a:r>
            <a:r>
              <a:rPr sz="1500" b="1" spc="-38" dirty="0">
                <a:latin typeface="Calibri"/>
                <a:cs typeface="Calibri"/>
              </a:rPr>
              <a:t> </a:t>
            </a:r>
            <a:r>
              <a:rPr sz="1500" b="1" dirty="0">
                <a:latin typeface="Calibri"/>
                <a:cs typeface="Calibri"/>
              </a:rPr>
              <a:t>and</a:t>
            </a:r>
            <a:r>
              <a:rPr sz="1500" b="1" spc="-41" dirty="0">
                <a:latin typeface="Calibri"/>
                <a:cs typeface="Calibri"/>
              </a:rPr>
              <a:t> </a:t>
            </a:r>
            <a:r>
              <a:rPr sz="1500" b="1" dirty="0">
                <a:latin typeface="Calibri"/>
                <a:cs typeface="Calibri"/>
              </a:rPr>
              <a:t>Officers,</a:t>
            </a:r>
            <a:r>
              <a:rPr sz="1500" b="1" spc="-38" dirty="0">
                <a:latin typeface="Calibri"/>
                <a:cs typeface="Calibri"/>
              </a:rPr>
              <a:t> </a:t>
            </a:r>
            <a:r>
              <a:rPr sz="1500" dirty="0">
                <a:latin typeface="Calibri"/>
                <a:cs typeface="Calibri"/>
              </a:rPr>
              <a:t>it</a:t>
            </a:r>
            <a:r>
              <a:rPr sz="1500" spc="-45" dirty="0">
                <a:latin typeface="Calibri"/>
                <a:cs typeface="Calibri"/>
              </a:rPr>
              <a:t> </a:t>
            </a:r>
            <a:r>
              <a:rPr sz="1500" dirty="0">
                <a:latin typeface="Calibri"/>
                <a:cs typeface="Calibri"/>
              </a:rPr>
              <a:t>may</a:t>
            </a:r>
            <a:r>
              <a:rPr sz="1500" spc="-41" dirty="0">
                <a:latin typeface="Calibri"/>
                <a:cs typeface="Calibri"/>
              </a:rPr>
              <a:t> </a:t>
            </a:r>
            <a:r>
              <a:rPr sz="1500" dirty="0">
                <a:latin typeface="Calibri"/>
                <a:cs typeface="Calibri"/>
              </a:rPr>
              <a:t>prove</a:t>
            </a:r>
            <a:r>
              <a:rPr sz="1500" spc="-38" dirty="0">
                <a:latin typeface="Calibri"/>
                <a:cs typeface="Calibri"/>
              </a:rPr>
              <a:t> </a:t>
            </a:r>
            <a:r>
              <a:rPr sz="1500" spc="-8" dirty="0">
                <a:latin typeface="Calibri"/>
                <a:cs typeface="Calibri"/>
              </a:rPr>
              <a:t>beneficial 	</a:t>
            </a:r>
            <a:r>
              <a:rPr sz="1500" dirty="0">
                <a:latin typeface="Calibri"/>
                <a:cs typeface="Calibri"/>
              </a:rPr>
              <a:t>to</a:t>
            </a:r>
            <a:r>
              <a:rPr sz="1500" spc="-34" dirty="0">
                <a:latin typeface="Calibri"/>
                <a:cs typeface="Calibri"/>
              </a:rPr>
              <a:t> </a:t>
            </a:r>
            <a:r>
              <a:rPr sz="1500" spc="-8" dirty="0">
                <a:latin typeface="Calibri"/>
                <a:cs typeface="Calibri"/>
              </a:rPr>
              <a:t>explain</a:t>
            </a:r>
            <a:r>
              <a:rPr sz="1500" spc="-30" dirty="0">
                <a:latin typeface="Calibri"/>
                <a:cs typeface="Calibri"/>
              </a:rPr>
              <a:t> </a:t>
            </a:r>
            <a:r>
              <a:rPr sz="1500" dirty="0">
                <a:latin typeface="Calibri"/>
                <a:cs typeface="Calibri"/>
              </a:rPr>
              <a:t>who</a:t>
            </a:r>
            <a:r>
              <a:rPr sz="1500" spc="-30" dirty="0">
                <a:latin typeface="Calibri"/>
                <a:cs typeface="Calibri"/>
              </a:rPr>
              <a:t> </a:t>
            </a:r>
            <a:r>
              <a:rPr sz="1500" dirty="0">
                <a:latin typeface="Calibri"/>
                <a:cs typeface="Calibri"/>
              </a:rPr>
              <a:t>some</a:t>
            </a:r>
            <a:r>
              <a:rPr sz="1500" spc="-26" dirty="0">
                <a:latin typeface="Calibri"/>
                <a:cs typeface="Calibri"/>
              </a:rPr>
              <a:t> </a:t>
            </a:r>
            <a:r>
              <a:rPr sz="1500" dirty="0">
                <a:latin typeface="Calibri"/>
                <a:cs typeface="Calibri"/>
              </a:rPr>
              <a:t>of</a:t>
            </a:r>
            <a:r>
              <a:rPr sz="1500" spc="-30" dirty="0">
                <a:latin typeface="Calibri"/>
                <a:cs typeface="Calibri"/>
              </a:rPr>
              <a:t> </a:t>
            </a:r>
            <a:r>
              <a:rPr sz="1500" dirty="0">
                <a:latin typeface="Calibri"/>
                <a:cs typeface="Calibri"/>
              </a:rPr>
              <a:t>the</a:t>
            </a:r>
            <a:r>
              <a:rPr sz="1500" spc="-26" dirty="0">
                <a:latin typeface="Calibri"/>
                <a:cs typeface="Calibri"/>
              </a:rPr>
              <a:t> </a:t>
            </a:r>
            <a:r>
              <a:rPr sz="1500" dirty="0">
                <a:latin typeface="Calibri"/>
                <a:cs typeface="Calibri"/>
              </a:rPr>
              <a:t>KEY</a:t>
            </a:r>
            <a:r>
              <a:rPr sz="1500" spc="-34" dirty="0">
                <a:latin typeface="Calibri"/>
                <a:cs typeface="Calibri"/>
              </a:rPr>
              <a:t> </a:t>
            </a:r>
            <a:r>
              <a:rPr sz="1500" spc="-38" dirty="0">
                <a:latin typeface="Calibri"/>
                <a:cs typeface="Calibri"/>
              </a:rPr>
              <a:t>ROYAL</a:t>
            </a:r>
            <a:r>
              <a:rPr sz="1500" spc="-30" dirty="0">
                <a:latin typeface="Calibri"/>
                <a:cs typeface="Calibri"/>
              </a:rPr>
              <a:t> </a:t>
            </a:r>
            <a:r>
              <a:rPr sz="1500" dirty="0">
                <a:latin typeface="Calibri"/>
                <a:cs typeface="Calibri"/>
              </a:rPr>
              <a:t>ARCH</a:t>
            </a:r>
            <a:r>
              <a:rPr sz="1500" spc="-30" dirty="0">
                <a:latin typeface="Calibri"/>
                <a:cs typeface="Calibri"/>
              </a:rPr>
              <a:t> </a:t>
            </a:r>
            <a:r>
              <a:rPr sz="1500" dirty="0">
                <a:latin typeface="Calibri"/>
                <a:cs typeface="Calibri"/>
              </a:rPr>
              <a:t>OFFICERS</a:t>
            </a:r>
            <a:r>
              <a:rPr sz="1500" spc="-30" dirty="0">
                <a:latin typeface="Calibri"/>
                <a:cs typeface="Calibri"/>
              </a:rPr>
              <a:t> </a:t>
            </a:r>
            <a:r>
              <a:rPr sz="1500" dirty="0">
                <a:latin typeface="Calibri"/>
                <a:cs typeface="Calibri"/>
              </a:rPr>
              <a:t>are</a:t>
            </a:r>
            <a:r>
              <a:rPr sz="1500" spc="-26" dirty="0">
                <a:latin typeface="Calibri"/>
                <a:cs typeface="Calibri"/>
              </a:rPr>
              <a:t> </a:t>
            </a:r>
            <a:r>
              <a:rPr sz="1500" spc="-19" dirty="0">
                <a:latin typeface="Calibri"/>
                <a:cs typeface="Calibri"/>
              </a:rPr>
              <a:t>and 	</a:t>
            </a:r>
            <a:r>
              <a:rPr sz="1500" spc="-8" dirty="0">
                <a:latin typeface="Calibri"/>
                <a:cs typeface="Calibri"/>
              </a:rPr>
              <a:t>compare</a:t>
            </a:r>
            <a:r>
              <a:rPr sz="1500" spc="-45" dirty="0">
                <a:latin typeface="Calibri"/>
                <a:cs typeface="Calibri"/>
              </a:rPr>
              <a:t> </a:t>
            </a:r>
            <a:r>
              <a:rPr sz="1500" dirty="0">
                <a:latin typeface="Calibri"/>
                <a:cs typeface="Calibri"/>
              </a:rPr>
              <a:t>them</a:t>
            </a:r>
            <a:r>
              <a:rPr sz="1500" spc="-41" dirty="0">
                <a:latin typeface="Calibri"/>
                <a:cs typeface="Calibri"/>
              </a:rPr>
              <a:t> </a:t>
            </a:r>
            <a:r>
              <a:rPr sz="1500" dirty="0">
                <a:latin typeface="Calibri"/>
                <a:cs typeface="Calibri"/>
              </a:rPr>
              <a:t>to</a:t>
            </a:r>
            <a:r>
              <a:rPr sz="1500" spc="-45" dirty="0">
                <a:latin typeface="Calibri"/>
                <a:cs typeface="Calibri"/>
              </a:rPr>
              <a:t> </a:t>
            </a:r>
            <a:r>
              <a:rPr sz="1500" dirty="0">
                <a:latin typeface="Calibri"/>
                <a:cs typeface="Calibri"/>
              </a:rPr>
              <a:t>roles</a:t>
            </a:r>
            <a:r>
              <a:rPr sz="1500" spc="-45" dirty="0">
                <a:latin typeface="Calibri"/>
                <a:cs typeface="Calibri"/>
              </a:rPr>
              <a:t> </a:t>
            </a:r>
            <a:r>
              <a:rPr sz="1500" dirty="0">
                <a:latin typeface="Calibri"/>
                <a:cs typeface="Calibri"/>
              </a:rPr>
              <a:t>that</a:t>
            </a:r>
            <a:r>
              <a:rPr sz="1500" spc="-45" dirty="0">
                <a:latin typeface="Calibri"/>
                <a:cs typeface="Calibri"/>
              </a:rPr>
              <a:t> </a:t>
            </a:r>
            <a:r>
              <a:rPr sz="1500" dirty="0">
                <a:latin typeface="Calibri"/>
                <a:cs typeface="Calibri"/>
              </a:rPr>
              <a:t>they</a:t>
            </a:r>
            <a:r>
              <a:rPr sz="1500" spc="-41" dirty="0">
                <a:latin typeface="Calibri"/>
                <a:cs typeface="Calibri"/>
              </a:rPr>
              <a:t> </a:t>
            </a:r>
            <a:r>
              <a:rPr sz="1500" dirty="0">
                <a:latin typeface="Calibri"/>
                <a:cs typeface="Calibri"/>
              </a:rPr>
              <a:t>will</a:t>
            </a:r>
            <a:r>
              <a:rPr sz="1500" spc="-45" dirty="0">
                <a:latin typeface="Calibri"/>
                <a:cs typeface="Calibri"/>
              </a:rPr>
              <a:t> </a:t>
            </a:r>
            <a:r>
              <a:rPr sz="1500" spc="-8" dirty="0">
                <a:latin typeface="Calibri"/>
                <a:cs typeface="Calibri"/>
              </a:rPr>
              <a:t>understand</a:t>
            </a:r>
            <a:r>
              <a:rPr sz="1500" spc="-45" dirty="0">
                <a:latin typeface="Calibri"/>
                <a:cs typeface="Calibri"/>
              </a:rPr>
              <a:t> </a:t>
            </a:r>
            <a:r>
              <a:rPr sz="1500" spc="-15" dirty="0">
                <a:latin typeface="Calibri"/>
                <a:cs typeface="Calibri"/>
              </a:rPr>
              <a:t>from</a:t>
            </a:r>
            <a:endParaRPr sz="1500">
              <a:latin typeface="Calibri"/>
              <a:cs typeface="Calibri"/>
            </a:endParaRPr>
          </a:p>
          <a:p>
            <a:pPr marL="171450">
              <a:spcBef>
                <a:spcPts val="450"/>
              </a:spcBef>
            </a:pPr>
            <a:r>
              <a:rPr sz="1500" dirty="0">
                <a:latin typeface="Calibri"/>
                <a:cs typeface="Calibri"/>
              </a:rPr>
              <a:t>the</a:t>
            </a:r>
            <a:r>
              <a:rPr sz="1500" spc="-30" dirty="0">
                <a:latin typeface="Calibri"/>
                <a:cs typeface="Calibri"/>
              </a:rPr>
              <a:t> </a:t>
            </a:r>
            <a:r>
              <a:rPr sz="1500" dirty="0">
                <a:latin typeface="Calibri"/>
                <a:cs typeface="Calibri"/>
              </a:rPr>
              <a:t>Lodge</a:t>
            </a:r>
            <a:r>
              <a:rPr sz="1500" spc="-26" dirty="0">
                <a:latin typeface="Calibri"/>
                <a:cs typeface="Calibri"/>
              </a:rPr>
              <a:t> </a:t>
            </a:r>
            <a:r>
              <a:rPr sz="1500" dirty="0">
                <a:latin typeface="Calibri"/>
                <a:cs typeface="Calibri"/>
              </a:rPr>
              <a:t>ie:</a:t>
            </a:r>
            <a:r>
              <a:rPr sz="1500" spc="-26" dirty="0">
                <a:latin typeface="Calibri"/>
                <a:cs typeface="Calibri"/>
              </a:rPr>
              <a:t> </a:t>
            </a:r>
            <a:r>
              <a:rPr sz="1500" dirty="0">
                <a:latin typeface="Calibri"/>
                <a:cs typeface="Calibri"/>
              </a:rPr>
              <a:t>ScribeE</a:t>
            </a:r>
            <a:r>
              <a:rPr sz="1500" spc="-30"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the</a:t>
            </a:r>
            <a:r>
              <a:rPr sz="1500" spc="-26" dirty="0">
                <a:latin typeface="Calibri"/>
                <a:cs typeface="Calibri"/>
              </a:rPr>
              <a:t> </a:t>
            </a:r>
            <a:r>
              <a:rPr sz="1500" spc="-8" dirty="0">
                <a:latin typeface="Calibri"/>
                <a:cs typeface="Calibri"/>
              </a:rPr>
              <a:t>Secretary</a:t>
            </a:r>
            <a:r>
              <a:rPr sz="1500" spc="-26" dirty="0">
                <a:latin typeface="Calibri"/>
                <a:cs typeface="Calibri"/>
              </a:rPr>
              <a:t> </a:t>
            </a:r>
            <a:r>
              <a:rPr sz="1500" spc="-15" dirty="0">
                <a:latin typeface="Calibri"/>
                <a:cs typeface="Calibri"/>
              </a:rPr>
              <a:t>etc.</a:t>
            </a:r>
            <a:endParaRPr sz="1500">
              <a:latin typeface="Calibri"/>
              <a:cs typeface="Calibri"/>
            </a:endParaRPr>
          </a:p>
          <a:p>
            <a:pPr>
              <a:spcBef>
                <a:spcPts val="116"/>
              </a:spcBef>
            </a:pPr>
            <a:endParaRPr sz="1500">
              <a:latin typeface="Calibri"/>
              <a:cs typeface="Calibri"/>
            </a:endParaRPr>
          </a:p>
          <a:p>
            <a:pPr marL="170497" indent="-160972">
              <a:buChar char="•"/>
              <a:tabLst>
                <a:tab pos="170497" algn="l"/>
              </a:tabLst>
            </a:pPr>
            <a:r>
              <a:rPr sz="1500" b="1" dirty="0">
                <a:latin typeface="Calibri"/>
                <a:cs typeface="Calibri"/>
              </a:rPr>
              <a:t>The</a:t>
            </a:r>
            <a:r>
              <a:rPr sz="1500" b="1" spc="-45" dirty="0">
                <a:latin typeface="Calibri"/>
                <a:cs typeface="Calibri"/>
              </a:rPr>
              <a:t> </a:t>
            </a:r>
            <a:r>
              <a:rPr sz="1500" b="1" dirty="0">
                <a:latin typeface="Calibri"/>
                <a:cs typeface="Calibri"/>
              </a:rPr>
              <a:t>Number</a:t>
            </a:r>
            <a:r>
              <a:rPr sz="1500" b="1" spc="-41" dirty="0">
                <a:latin typeface="Calibri"/>
                <a:cs typeface="Calibri"/>
              </a:rPr>
              <a:t> </a:t>
            </a:r>
            <a:r>
              <a:rPr sz="1500" b="1" dirty="0">
                <a:latin typeface="Calibri"/>
                <a:cs typeface="Calibri"/>
              </a:rPr>
              <a:t>of</a:t>
            </a:r>
            <a:r>
              <a:rPr sz="1500" b="1" spc="-45" dirty="0">
                <a:latin typeface="Calibri"/>
                <a:cs typeface="Calibri"/>
              </a:rPr>
              <a:t> </a:t>
            </a:r>
            <a:r>
              <a:rPr sz="1500" b="1" spc="-8" dirty="0">
                <a:latin typeface="Calibri"/>
                <a:cs typeface="Calibri"/>
              </a:rPr>
              <a:t>Ceremonies</a:t>
            </a:r>
            <a:endParaRPr sz="1500">
              <a:latin typeface="Calibri"/>
              <a:cs typeface="Calibri"/>
            </a:endParaRPr>
          </a:p>
          <a:p>
            <a:pPr marL="170497" marR="337661" indent="-160972">
              <a:lnSpc>
                <a:spcPct val="125000"/>
              </a:lnSpc>
              <a:spcBef>
                <a:spcPts val="1500"/>
              </a:spcBef>
              <a:buChar char="•"/>
              <a:tabLst>
                <a:tab pos="171450" algn="l"/>
              </a:tabLst>
            </a:pPr>
            <a:r>
              <a:rPr sz="1500" b="1" dirty="0">
                <a:latin typeface="Calibri"/>
                <a:cs typeface="Calibri"/>
              </a:rPr>
              <a:t>The</a:t>
            </a:r>
            <a:r>
              <a:rPr sz="1500" b="1" spc="-45" dirty="0">
                <a:latin typeface="Calibri"/>
                <a:cs typeface="Calibri"/>
              </a:rPr>
              <a:t> </a:t>
            </a:r>
            <a:r>
              <a:rPr sz="1500" b="1" spc="-8" dirty="0">
                <a:latin typeface="Calibri"/>
                <a:cs typeface="Calibri"/>
              </a:rPr>
              <a:t>Discover</a:t>
            </a:r>
            <a:r>
              <a:rPr sz="1500" b="1" spc="-45" dirty="0">
                <a:latin typeface="Calibri"/>
                <a:cs typeface="Calibri"/>
              </a:rPr>
              <a:t> </a:t>
            </a:r>
            <a:r>
              <a:rPr sz="1500" b="1" dirty="0">
                <a:latin typeface="Calibri"/>
                <a:cs typeface="Calibri"/>
              </a:rPr>
              <a:t>More</a:t>
            </a:r>
            <a:r>
              <a:rPr sz="1500" b="1" spc="-45" dirty="0">
                <a:latin typeface="Calibri"/>
                <a:cs typeface="Calibri"/>
              </a:rPr>
              <a:t> </a:t>
            </a:r>
            <a:r>
              <a:rPr sz="1500" b="1" dirty="0">
                <a:latin typeface="Calibri"/>
                <a:cs typeface="Calibri"/>
              </a:rPr>
              <a:t>Booklet</a:t>
            </a:r>
            <a:r>
              <a:rPr sz="1500" b="1" spc="-45" dirty="0">
                <a:latin typeface="Calibri"/>
                <a:cs typeface="Calibri"/>
              </a:rPr>
              <a:t> </a:t>
            </a:r>
            <a:r>
              <a:rPr sz="1500" dirty="0">
                <a:latin typeface="Calibri"/>
                <a:cs typeface="Calibri"/>
              </a:rPr>
              <a:t>and</a:t>
            </a:r>
            <a:r>
              <a:rPr sz="1500" spc="-45" dirty="0">
                <a:latin typeface="Calibri"/>
                <a:cs typeface="Calibri"/>
              </a:rPr>
              <a:t> </a:t>
            </a:r>
            <a:r>
              <a:rPr sz="1500" b="1" dirty="0">
                <a:latin typeface="Calibri"/>
                <a:cs typeface="Calibri"/>
              </a:rPr>
              <a:t>Why</a:t>
            </a:r>
            <a:r>
              <a:rPr sz="1500" b="1" spc="-41" dirty="0">
                <a:latin typeface="Calibri"/>
                <a:cs typeface="Calibri"/>
              </a:rPr>
              <a:t> </a:t>
            </a:r>
            <a:r>
              <a:rPr sz="1500" b="1" dirty="0">
                <a:latin typeface="Calibri"/>
                <a:cs typeface="Calibri"/>
              </a:rPr>
              <a:t>Join</a:t>
            </a:r>
            <a:r>
              <a:rPr sz="1500" b="1" spc="-38" dirty="0">
                <a:latin typeface="Calibri"/>
                <a:cs typeface="Calibri"/>
              </a:rPr>
              <a:t> </a:t>
            </a:r>
            <a:r>
              <a:rPr sz="1500" dirty="0">
                <a:latin typeface="Calibri"/>
                <a:cs typeface="Calibri"/>
              </a:rPr>
              <a:t>support</a:t>
            </a:r>
            <a:r>
              <a:rPr sz="1500" spc="-45" dirty="0">
                <a:latin typeface="Calibri"/>
                <a:cs typeface="Calibri"/>
              </a:rPr>
              <a:t> </a:t>
            </a:r>
            <a:r>
              <a:rPr sz="1500" spc="-8" dirty="0">
                <a:latin typeface="Calibri"/>
                <a:cs typeface="Calibri"/>
              </a:rPr>
              <a:t>material 	</a:t>
            </a:r>
            <a:r>
              <a:rPr sz="1500" dirty="0">
                <a:latin typeface="Calibri"/>
                <a:cs typeface="Calibri"/>
              </a:rPr>
              <a:t>can</a:t>
            </a:r>
            <a:r>
              <a:rPr sz="1500" spc="-41" dirty="0">
                <a:latin typeface="Calibri"/>
                <a:cs typeface="Calibri"/>
              </a:rPr>
              <a:t> </a:t>
            </a:r>
            <a:r>
              <a:rPr sz="1500" dirty="0">
                <a:latin typeface="Calibri"/>
                <a:cs typeface="Calibri"/>
              </a:rPr>
              <a:t>be</a:t>
            </a:r>
            <a:r>
              <a:rPr sz="1500" spc="-38" dirty="0">
                <a:latin typeface="Calibri"/>
                <a:cs typeface="Calibri"/>
              </a:rPr>
              <a:t> </a:t>
            </a:r>
            <a:r>
              <a:rPr sz="1500" dirty="0">
                <a:latin typeface="Calibri"/>
                <a:cs typeface="Calibri"/>
              </a:rPr>
              <a:t>a</a:t>
            </a:r>
            <a:r>
              <a:rPr sz="1500" spc="-38" dirty="0">
                <a:latin typeface="Calibri"/>
                <a:cs typeface="Calibri"/>
              </a:rPr>
              <a:t> </a:t>
            </a:r>
            <a:r>
              <a:rPr sz="1500" dirty="0">
                <a:latin typeface="Calibri"/>
                <a:cs typeface="Calibri"/>
              </a:rPr>
              <a:t>helpful</a:t>
            </a:r>
            <a:r>
              <a:rPr sz="1500" spc="-41" dirty="0">
                <a:latin typeface="Calibri"/>
                <a:cs typeface="Calibri"/>
              </a:rPr>
              <a:t> </a:t>
            </a:r>
            <a:r>
              <a:rPr sz="1500" dirty="0">
                <a:latin typeface="Calibri"/>
                <a:cs typeface="Calibri"/>
              </a:rPr>
              <a:t>basis</a:t>
            </a:r>
            <a:r>
              <a:rPr sz="1500" spc="-38" dirty="0">
                <a:latin typeface="Calibri"/>
                <a:cs typeface="Calibri"/>
              </a:rPr>
              <a:t> </a:t>
            </a:r>
            <a:r>
              <a:rPr sz="1500" dirty="0">
                <a:latin typeface="Calibri"/>
                <a:cs typeface="Calibri"/>
              </a:rPr>
              <a:t>for</a:t>
            </a:r>
            <a:r>
              <a:rPr sz="1500" spc="-38" dirty="0">
                <a:latin typeface="Calibri"/>
                <a:cs typeface="Calibri"/>
              </a:rPr>
              <a:t> </a:t>
            </a:r>
            <a:r>
              <a:rPr sz="1500" spc="-8" dirty="0">
                <a:latin typeface="Calibri"/>
                <a:cs typeface="Calibri"/>
              </a:rPr>
              <a:t>discussion.</a:t>
            </a:r>
            <a:endParaRPr sz="1500">
              <a:latin typeface="Calibri"/>
              <a:cs typeface="Calibri"/>
            </a:endParaRPr>
          </a:p>
          <a:p>
            <a:pPr>
              <a:spcBef>
                <a:spcPts val="120"/>
              </a:spcBef>
            </a:pPr>
            <a:endParaRPr sz="1500">
              <a:latin typeface="Calibri"/>
              <a:cs typeface="Calibri"/>
            </a:endParaRPr>
          </a:p>
          <a:p>
            <a:pPr marL="9525"/>
            <a:r>
              <a:rPr sz="1500" b="1" dirty="0">
                <a:latin typeface="Calibri"/>
                <a:cs typeface="Calibri"/>
              </a:rPr>
              <a:t>This</a:t>
            </a:r>
            <a:r>
              <a:rPr sz="1500" b="1" spc="-26" dirty="0">
                <a:latin typeface="Calibri"/>
                <a:cs typeface="Calibri"/>
              </a:rPr>
              <a:t> </a:t>
            </a:r>
            <a:r>
              <a:rPr sz="1500" b="1" dirty="0">
                <a:latin typeface="Calibri"/>
                <a:cs typeface="Calibri"/>
              </a:rPr>
              <a:t>text</a:t>
            </a:r>
            <a:r>
              <a:rPr sz="1500" b="1" spc="-30" dirty="0">
                <a:latin typeface="Calibri"/>
                <a:cs typeface="Calibri"/>
              </a:rPr>
              <a:t> </a:t>
            </a:r>
            <a:r>
              <a:rPr sz="1500" b="1" spc="-8" dirty="0">
                <a:latin typeface="Calibri"/>
                <a:cs typeface="Calibri"/>
              </a:rPr>
              <a:t>duplicates</a:t>
            </a:r>
            <a:r>
              <a:rPr sz="1500" b="1" spc="-26" dirty="0">
                <a:latin typeface="Calibri"/>
                <a:cs typeface="Calibri"/>
              </a:rPr>
              <a:t> </a:t>
            </a:r>
            <a:r>
              <a:rPr sz="1500" b="1" dirty="0">
                <a:latin typeface="Calibri"/>
                <a:cs typeface="Calibri"/>
              </a:rPr>
              <a:t>the</a:t>
            </a:r>
            <a:r>
              <a:rPr sz="1500" b="1" spc="-26" dirty="0">
                <a:latin typeface="Calibri"/>
                <a:cs typeface="Calibri"/>
              </a:rPr>
              <a:t> </a:t>
            </a:r>
            <a:r>
              <a:rPr sz="1500" b="1" dirty="0">
                <a:latin typeface="Calibri"/>
                <a:cs typeface="Calibri"/>
              </a:rPr>
              <a:t>full</a:t>
            </a:r>
            <a:r>
              <a:rPr sz="1500" b="1" spc="-26" dirty="0">
                <a:latin typeface="Calibri"/>
                <a:cs typeface="Calibri"/>
              </a:rPr>
              <a:t> </a:t>
            </a:r>
            <a:r>
              <a:rPr sz="1500" b="1" dirty="0">
                <a:latin typeface="Calibri"/>
                <a:cs typeface="Calibri"/>
              </a:rPr>
              <a:t>thread</a:t>
            </a:r>
            <a:r>
              <a:rPr sz="1500" b="1" spc="-26" dirty="0">
                <a:latin typeface="Calibri"/>
                <a:cs typeface="Calibri"/>
              </a:rPr>
              <a:t> </a:t>
            </a:r>
            <a:r>
              <a:rPr sz="1500" b="1" dirty="0">
                <a:latin typeface="Calibri"/>
                <a:cs typeface="Calibri"/>
              </a:rPr>
              <a:t>a</a:t>
            </a:r>
            <a:r>
              <a:rPr sz="1500" b="1" spc="-26" dirty="0">
                <a:latin typeface="Calibri"/>
                <a:cs typeface="Calibri"/>
              </a:rPr>
              <a:t> </a:t>
            </a:r>
            <a:r>
              <a:rPr sz="1500" b="1" dirty="0">
                <a:latin typeface="Calibri"/>
                <a:cs typeface="Calibri"/>
              </a:rPr>
              <a:t>PDF</a:t>
            </a:r>
            <a:r>
              <a:rPr sz="1500" b="1" spc="-30" dirty="0">
                <a:latin typeface="Calibri"/>
                <a:cs typeface="Calibri"/>
              </a:rPr>
              <a:t> </a:t>
            </a:r>
            <a:r>
              <a:rPr sz="1500" b="1" dirty="0">
                <a:latin typeface="Calibri"/>
                <a:cs typeface="Calibri"/>
              </a:rPr>
              <a:t>copy</a:t>
            </a:r>
            <a:r>
              <a:rPr sz="1500" b="1" spc="-26" dirty="0">
                <a:latin typeface="Calibri"/>
                <a:cs typeface="Calibri"/>
              </a:rPr>
              <a:t> </a:t>
            </a:r>
            <a:r>
              <a:rPr sz="1500" b="1" dirty="0">
                <a:latin typeface="Calibri"/>
                <a:cs typeface="Calibri"/>
              </a:rPr>
              <a:t>you</a:t>
            </a:r>
            <a:r>
              <a:rPr sz="1500" b="1" spc="-26" dirty="0">
                <a:latin typeface="Calibri"/>
                <a:cs typeface="Calibri"/>
              </a:rPr>
              <a:t> </a:t>
            </a:r>
            <a:r>
              <a:rPr sz="1500" b="1" dirty="0">
                <a:latin typeface="Calibri"/>
                <a:cs typeface="Calibri"/>
              </a:rPr>
              <a:t>can</a:t>
            </a:r>
            <a:r>
              <a:rPr sz="1500" b="1" spc="-26" dirty="0">
                <a:latin typeface="Calibri"/>
                <a:cs typeface="Calibri"/>
              </a:rPr>
              <a:t> </a:t>
            </a:r>
            <a:r>
              <a:rPr sz="1500" b="1" dirty="0">
                <a:latin typeface="Calibri"/>
                <a:cs typeface="Calibri"/>
              </a:rPr>
              <a:t>find</a:t>
            </a:r>
            <a:r>
              <a:rPr sz="1500" b="1" spc="-26" dirty="0">
                <a:latin typeface="Calibri"/>
                <a:cs typeface="Calibri"/>
              </a:rPr>
              <a:t> </a:t>
            </a:r>
            <a:r>
              <a:rPr sz="1500" b="1" spc="-8" dirty="0">
                <a:latin typeface="Calibri"/>
                <a:cs typeface="Calibri"/>
              </a:rPr>
              <a:t>here:</a:t>
            </a:r>
            <a:endParaRPr sz="1500">
              <a:latin typeface="Calibri"/>
              <a:cs typeface="Calibri"/>
            </a:endParaRPr>
          </a:p>
          <a:p>
            <a:pPr marL="283369">
              <a:spcBef>
                <a:spcPts val="525"/>
              </a:spcBef>
            </a:pPr>
            <a:r>
              <a:rPr sz="1425" b="1" dirty="0">
                <a:solidFill>
                  <a:srgbClr val="B02E24"/>
                </a:solidFill>
                <a:latin typeface="Calibri"/>
                <a:cs typeface="Calibri"/>
                <a:hlinkClick r:id="rId5"/>
              </a:rPr>
              <a:t>Meetings</a:t>
            </a:r>
            <a:r>
              <a:rPr sz="1425" b="1" spc="-53" dirty="0">
                <a:solidFill>
                  <a:srgbClr val="B02E24"/>
                </a:solidFill>
                <a:latin typeface="Calibri"/>
                <a:cs typeface="Calibri"/>
                <a:hlinkClick r:id="rId5"/>
              </a:rPr>
              <a:t> </a:t>
            </a:r>
            <a:r>
              <a:rPr sz="1425" b="1" dirty="0">
                <a:solidFill>
                  <a:srgbClr val="B02E24"/>
                </a:solidFill>
                <a:latin typeface="Calibri"/>
                <a:cs typeface="Calibri"/>
                <a:hlinkClick r:id="rId5"/>
              </a:rPr>
              <a:t>and</a:t>
            </a:r>
            <a:r>
              <a:rPr sz="1425" b="1" spc="-53" dirty="0">
                <a:solidFill>
                  <a:srgbClr val="B02E24"/>
                </a:solidFill>
                <a:latin typeface="Calibri"/>
                <a:cs typeface="Calibri"/>
                <a:hlinkClick r:id="rId5"/>
              </a:rPr>
              <a:t> </a:t>
            </a:r>
            <a:r>
              <a:rPr sz="1425" b="1" spc="-8" dirty="0">
                <a:solidFill>
                  <a:srgbClr val="B02E24"/>
                </a:solidFill>
                <a:latin typeface="Calibri"/>
                <a:cs typeface="Calibri"/>
                <a:hlinkClick r:id="rId5"/>
              </a:rPr>
              <a:t>Festive</a:t>
            </a:r>
            <a:r>
              <a:rPr sz="1425" b="1" spc="-53" dirty="0">
                <a:solidFill>
                  <a:srgbClr val="B02E24"/>
                </a:solidFill>
                <a:latin typeface="Calibri"/>
                <a:cs typeface="Calibri"/>
                <a:hlinkClick r:id="rId5"/>
              </a:rPr>
              <a:t> </a:t>
            </a:r>
            <a:r>
              <a:rPr sz="1425" b="1" spc="-8" dirty="0">
                <a:solidFill>
                  <a:srgbClr val="B02E24"/>
                </a:solidFill>
                <a:latin typeface="Calibri"/>
                <a:cs typeface="Calibri"/>
                <a:hlinkClick r:id="rId5"/>
              </a:rPr>
              <a:t>Boards</a:t>
            </a:r>
            <a:endParaRPr sz="1425">
              <a:latin typeface="Calibri"/>
              <a:cs typeface="Calibri"/>
            </a:endParaRPr>
          </a:p>
        </p:txBody>
      </p:sp>
      <p:grpSp>
        <p:nvGrpSpPr>
          <p:cNvPr id="13" name="object 13"/>
          <p:cNvGrpSpPr/>
          <p:nvPr/>
        </p:nvGrpSpPr>
        <p:grpSpPr>
          <a:xfrm>
            <a:off x="0" y="6246019"/>
            <a:ext cx="12192000" cy="611981"/>
            <a:chOff x="0" y="8328025"/>
            <a:chExt cx="16256000" cy="815975"/>
          </a:xfrm>
        </p:grpSpPr>
        <p:sp>
          <p:nvSpPr>
            <p:cNvPr id="14" name="object 14"/>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5" name="object 15"/>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6" name="object 16"/>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7" name="object 17"/>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8" name="object 18"/>
            <p:cNvPicPr/>
            <p:nvPr/>
          </p:nvPicPr>
          <p:blipFill>
            <a:blip r:embed="rId7" cstate="print"/>
            <a:stretch>
              <a:fillRect/>
            </a:stretch>
          </p:blipFill>
          <p:spPr>
            <a:xfrm>
              <a:off x="317500" y="8601503"/>
              <a:ext cx="610382" cy="250854"/>
            </a:xfrm>
            <a:prstGeom prst="rect">
              <a:avLst/>
            </a:prstGeom>
          </p:spPr>
        </p:pic>
        <p:sp>
          <p:nvSpPr>
            <p:cNvPr id="19" name="object 19"/>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20" name="object 20"/>
            <p:cNvPicPr/>
            <p:nvPr/>
          </p:nvPicPr>
          <p:blipFill>
            <a:blip r:embed="rId8" cstate="print"/>
            <a:stretch>
              <a:fillRect/>
            </a:stretch>
          </p:blipFill>
          <p:spPr>
            <a:xfrm>
              <a:off x="2385576" y="8601503"/>
              <a:ext cx="704542" cy="290622"/>
            </a:xfrm>
            <a:prstGeom prst="rect">
              <a:avLst/>
            </a:prstGeom>
          </p:spPr>
        </p:pic>
        <p:pic>
          <p:nvPicPr>
            <p:cNvPr id="21" name="object 21"/>
            <p:cNvPicPr/>
            <p:nvPr/>
          </p:nvPicPr>
          <p:blipFill>
            <a:blip r:embed="rId9" cstate="print"/>
            <a:stretch>
              <a:fillRect/>
            </a:stretch>
          </p:blipFill>
          <p:spPr>
            <a:xfrm>
              <a:off x="1505752" y="8642926"/>
              <a:ext cx="669089" cy="203733"/>
            </a:xfrm>
            <a:prstGeom prst="rect">
              <a:avLst/>
            </a:prstGeom>
          </p:spPr>
        </p:pic>
        <p:pic>
          <p:nvPicPr>
            <p:cNvPr id="22" name="object 22"/>
            <p:cNvPicPr/>
            <p:nvPr/>
          </p:nvPicPr>
          <p:blipFill>
            <a:blip r:embed="rId10" cstate="print"/>
            <a:stretch>
              <a:fillRect/>
            </a:stretch>
          </p:blipFill>
          <p:spPr>
            <a:xfrm>
              <a:off x="1138631" y="8575779"/>
              <a:ext cx="338035" cy="338035"/>
            </a:xfrm>
            <a:prstGeom prst="rect">
              <a:avLst/>
            </a:prstGeom>
          </p:spPr>
        </p:pic>
        <p:sp>
          <p:nvSpPr>
            <p:cNvPr id="23" name="object 23"/>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Tree>
    <p:extLst>
      <p:ext uri="{BB962C8B-B14F-4D97-AF65-F5344CB8AC3E}">
        <p14:creationId xmlns:p14="http://schemas.microsoft.com/office/powerpoint/2010/main" val="300605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2"/>
          <p:cNvSpPr txBox="1"/>
          <p:nvPr/>
        </p:nvSpPr>
        <p:spPr>
          <a:xfrm>
            <a:off x="333375" y="4246575"/>
            <a:ext cx="5565457" cy="875240"/>
          </a:xfrm>
          <a:prstGeom prst="rect">
            <a:avLst/>
          </a:prstGeom>
        </p:spPr>
        <p:txBody>
          <a:bodyPr vert="horz" wrap="square" lIns="0" tIns="9525" rIns="0" bIns="0" rtlCol="0">
            <a:spAutoFit/>
          </a:bodyPr>
          <a:lstStyle/>
          <a:p>
            <a:pPr marL="9525" marR="3810">
              <a:lnSpc>
                <a:spcPct val="125000"/>
              </a:lnSpc>
              <a:spcBef>
                <a:spcPts val="75"/>
              </a:spcBef>
            </a:pPr>
            <a:r>
              <a:rPr sz="1500" dirty="0">
                <a:latin typeface="Calibri"/>
                <a:cs typeface="Calibri"/>
              </a:rPr>
              <a:t>The</a:t>
            </a:r>
            <a:r>
              <a:rPr sz="1500" spc="-45" dirty="0">
                <a:latin typeface="Calibri"/>
                <a:cs typeface="Calibri"/>
              </a:rPr>
              <a:t> </a:t>
            </a:r>
            <a:r>
              <a:rPr sz="1500" spc="-19" dirty="0">
                <a:latin typeface="Calibri"/>
                <a:cs typeface="Calibri"/>
              </a:rPr>
              <a:t>candidate’s</a:t>
            </a:r>
            <a:r>
              <a:rPr sz="1500" spc="-41" dirty="0">
                <a:latin typeface="Calibri"/>
                <a:cs typeface="Calibri"/>
              </a:rPr>
              <a:t> </a:t>
            </a:r>
            <a:r>
              <a:rPr sz="1500" spc="-8" dirty="0">
                <a:latin typeface="Calibri"/>
                <a:cs typeface="Calibri"/>
              </a:rPr>
              <a:t>sponsor,</a:t>
            </a:r>
            <a:r>
              <a:rPr sz="1500" spc="-41" dirty="0">
                <a:latin typeface="Calibri"/>
                <a:cs typeface="Calibri"/>
              </a:rPr>
              <a:t> </a:t>
            </a:r>
            <a:r>
              <a:rPr sz="1500" dirty="0">
                <a:latin typeface="Calibri"/>
                <a:cs typeface="Calibri"/>
              </a:rPr>
              <a:t>Chapter</a:t>
            </a:r>
            <a:r>
              <a:rPr sz="1500" spc="-41" dirty="0">
                <a:latin typeface="Calibri"/>
                <a:cs typeface="Calibri"/>
              </a:rPr>
              <a:t> </a:t>
            </a:r>
            <a:r>
              <a:rPr sz="1500" spc="-8" dirty="0">
                <a:latin typeface="Calibri"/>
                <a:cs typeface="Calibri"/>
              </a:rPr>
              <a:t>Membership</a:t>
            </a:r>
            <a:r>
              <a:rPr sz="1500" spc="-45" dirty="0">
                <a:latin typeface="Calibri"/>
                <a:cs typeface="Calibri"/>
              </a:rPr>
              <a:t> </a:t>
            </a:r>
            <a:r>
              <a:rPr sz="1500" spc="-19" dirty="0">
                <a:latin typeface="Calibri"/>
                <a:cs typeface="Calibri"/>
              </a:rPr>
              <a:t>Officer,</a:t>
            </a:r>
            <a:r>
              <a:rPr sz="1500" spc="-41" dirty="0">
                <a:latin typeface="Calibri"/>
                <a:cs typeface="Calibri"/>
              </a:rPr>
              <a:t> </a:t>
            </a:r>
            <a:r>
              <a:rPr sz="1500" dirty="0">
                <a:latin typeface="Calibri"/>
                <a:cs typeface="Calibri"/>
              </a:rPr>
              <a:t>Lodge</a:t>
            </a:r>
            <a:r>
              <a:rPr sz="1500" spc="-41" dirty="0">
                <a:latin typeface="Calibri"/>
                <a:cs typeface="Calibri"/>
              </a:rPr>
              <a:t> </a:t>
            </a:r>
            <a:r>
              <a:rPr sz="1500" spc="-8" dirty="0">
                <a:latin typeface="Calibri"/>
                <a:cs typeface="Calibri"/>
              </a:rPr>
              <a:t>Royal</a:t>
            </a:r>
            <a:r>
              <a:rPr sz="1500" spc="-45" dirty="0">
                <a:latin typeface="Calibri"/>
                <a:cs typeface="Calibri"/>
              </a:rPr>
              <a:t> </a:t>
            </a:r>
            <a:r>
              <a:rPr sz="1500" spc="-15" dirty="0">
                <a:latin typeface="Calibri"/>
                <a:cs typeface="Calibri"/>
              </a:rPr>
              <a:t>Arch </a:t>
            </a:r>
            <a:r>
              <a:rPr sz="1500" dirty="0">
                <a:latin typeface="Calibri"/>
                <a:cs typeface="Calibri"/>
              </a:rPr>
              <a:t>Rep</a:t>
            </a:r>
            <a:r>
              <a:rPr sz="1500" spc="-38" dirty="0">
                <a:latin typeface="Calibri"/>
                <a:cs typeface="Calibri"/>
              </a:rPr>
              <a:t> </a:t>
            </a:r>
            <a:r>
              <a:rPr sz="1500" dirty="0">
                <a:latin typeface="Calibri"/>
                <a:cs typeface="Calibri"/>
              </a:rPr>
              <a:t>and</a:t>
            </a:r>
            <a:r>
              <a:rPr sz="1500" spc="-38" dirty="0">
                <a:latin typeface="Calibri"/>
                <a:cs typeface="Calibri"/>
              </a:rPr>
              <a:t> </a:t>
            </a:r>
            <a:r>
              <a:rPr sz="1500" dirty="0">
                <a:latin typeface="Calibri"/>
                <a:cs typeface="Calibri"/>
              </a:rPr>
              <a:t>/</a:t>
            </a:r>
            <a:r>
              <a:rPr sz="1500" spc="-34" dirty="0">
                <a:latin typeface="Calibri"/>
                <a:cs typeface="Calibri"/>
              </a:rPr>
              <a:t> </a:t>
            </a:r>
            <a:r>
              <a:rPr sz="1500" dirty="0">
                <a:latin typeface="Calibri"/>
                <a:cs typeface="Calibri"/>
              </a:rPr>
              <a:t>or</a:t>
            </a:r>
            <a:r>
              <a:rPr sz="1500" spc="-34" dirty="0">
                <a:latin typeface="Calibri"/>
                <a:cs typeface="Calibri"/>
              </a:rPr>
              <a:t> </a:t>
            </a:r>
            <a:r>
              <a:rPr sz="1500" dirty="0">
                <a:latin typeface="Calibri"/>
                <a:cs typeface="Calibri"/>
              </a:rPr>
              <a:t>the</a:t>
            </a:r>
            <a:r>
              <a:rPr sz="1500" spc="-34" dirty="0">
                <a:latin typeface="Calibri"/>
                <a:cs typeface="Calibri"/>
              </a:rPr>
              <a:t> </a:t>
            </a:r>
            <a:r>
              <a:rPr sz="1500" spc="-8" dirty="0">
                <a:latin typeface="Calibri"/>
                <a:cs typeface="Calibri"/>
              </a:rPr>
              <a:t>Brothers</a:t>
            </a:r>
            <a:r>
              <a:rPr sz="1500" spc="-34" dirty="0">
                <a:latin typeface="Calibri"/>
                <a:cs typeface="Calibri"/>
              </a:rPr>
              <a:t> </a:t>
            </a:r>
            <a:r>
              <a:rPr sz="1500" dirty="0">
                <a:latin typeface="Calibri"/>
                <a:cs typeface="Calibri"/>
              </a:rPr>
              <a:t>Lodge</a:t>
            </a:r>
            <a:r>
              <a:rPr sz="1500" spc="-34" dirty="0">
                <a:latin typeface="Calibri"/>
                <a:cs typeface="Calibri"/>
              </a:rPr>
              <a:t> </a:t>
            </a:r>
            <a:r>
              <a:rPr sz="1500" dirty="0">
                <a:latin typeface="Calibri"/>
                <a:cs typeface="Calibri"/>
              </a:rPr>
              <a:t>/</a:t>
            </a:r>
            <a:r>
              <a:rPr sz="1500" spc="-38" dirty="0">
                <a:latin typeface="Calibri"/>
                <a:cs typeface="Calibri"/>
              </a:rPr>
              <a:t> </a:t>
            </a:r>
            <a:r>
              <a:rPr sz="1500" spc="-8" dirty="0">
                <a:latin typeface="Calibri"/>
                <a:cs typeface="Calibri"/>
              </a:rPr>
              <a:t>Personal</a:t>
            </a:r>
            <a:r>
              <a:rPr sz="1500" spc="-34" dirty="0">
                <a:latin typeface="Calibri"/>
                <a:cs typeface="Calibri"/>
              </a:rPr>
              <a:t> </a:t>
            </a:r>
            <a:r>
              <a:rPr sz="1500" dirty="0">
                <a:latin typeface="Calibri"/>
                <a:cs typeface="Calibri"/>
              </a:rPr>
              <a:t>Mentor</a:t>
            </a:r>
            <a:r>
              <a:rPr sz="1500" spc="-34" dirty="0">
                <a:latin typeface="Calibri"/>
                <a:cs typeface="Calibri"/>
              </a:rPr>
              <a:t> </a:t>
            </a:r>
            <a:r>
              <a:rPr sz="1500" dirty="0">
                <a:latin typeface="Calibri"/>
                <a:cs typeface="Calibri"/>
              </a:rPr>
              <a:t>can</a:t>
            </a:r>
            <a:r>
              <a:rPr sz="1500" spc="-38" dirty="0">
                <a:latin typeface="Calibri"/>
                <a:cs typeface="Calibri"/>
              </a:rPr>
              <a:t> </a:t>
            </a:r>
            <a:r>
              <a:rPr sz="1500" dirty="0">
                <a:latin typeface="Calibri"/>
                <a:cs typeface="Calibri"/>
              </a:rPr>
              <a:t>all</a:t>
            </a:r>
            <a:r>
              <a:rPr sz="1500" spc="-34" dirty="0">
                <a:latin typeface="Calibri"/>
                <a:cs typeface="Calibri"/>
              </a:rPr>
              <a:t> </a:t>
            </a:r>
            <a:r>
              <a:rPr sz="1500" dirty="0">
                <a:latin typeface="Calibri"/>
                <a:cs typeface="Calibri"/>
              </a:rPr>
              <a:t>play</a:t>
            </a:r>
            <a:r>
              <a:rPr sz="1500" spc="-34" dirty="0">
                <a:latin typeface="Calibri"/>
                <a:cs typeface="Calibri"/>
              </a:rPr>
              <a:t> </a:t>
            </a:r>
            <a:r>
              <a:rPr sz="1500" dirty="0">
                <a:latin typeface="Calibri"/>
                <a:cs typeface="Calibri"/>
              </a:rPr>
              <a:t>a</a:t>
            </a:r>
            <a:r>
              <a:rPr sz="1500" spc="-38" dirty="0">
                <a:latin typeface="Calibri"/>
                <a:cs typeface="Calibri"/>
              </a:rPr>
              <a:t> </a:t>
            </a:r>
            <a:r>
              <a:rPr sz="1500" dirty="0">
                <a:latin typeface="Calibri"/>
                <a:cs typeface="Calibri"/>
              </a:rPr>
              <a:t>role</a:t>
            </a:r>
            <a:r>
              <a:rPr sz="1500" spc="-30" dirty="0">
                <a:latin typeface="Calibri"/>
                <a:cs typeface="Calibri"/>
              </a:rPr>
              <a:t> </a:t>
            </a:r>
            <a:r>
              <a:rPr sz="1500" spc="-19" dirty="0">
                <a:latin typeface="Calibri"/>
                <a:cs typeface="Calibri"/>
              </a:rPr>
              <a:t>in </a:t>
            </a:r>
            <a:r>
              <a:rPr sz="1500" dirty="0">
                <a:latin typeface="Calibri"/>
                <a:cs typeface="Calibri"/>
              </a:rPr>
              <a:t>setting</a:t>
            </a:r>
            <a:r>
              <a:rPr sz="1500" spc="-60" dirty="0">
                <a:latin typeface="Calibri"/>
                <a:cs typeface="Calibri"/>
              </a:rPr>
              <a:t> </a:t>
            </a:r>
            <a:r>
              <a:rPr sz="1500" spc="-8" dirty="0">
                <a:latin typeface="Calibri"/>
                <a:cs typeface="Calibri"/>
              </a:rPr>
              <a:t>expectations</a:t>
            </a:r>
            <a:r>
              <a:rPr sz="1500" spc="-60" dirty="0">
                <a:latin typeface="Calibri"/>
                <a:cs typeface="Calibri"/>
              </a:rPr>
              <a:t> </a:t>
            </a:r>
            <a:r>
              <a:rPr sz="1500" dirty="0">
                <a:latin typeface="Calibri"/>
                <a:cs typeface="Calibri"/>
              </a:rPr>
              <a:t>about</a:t>
            </a:r>
            <a:r>
              <a:rPr sz="1500" spc="-60" dirty="0">
                <a:latin typeface="Calibri"/>
                <a:cs typeface="Calibri"/>
              </a:rPr>
              <a:t> </a:t>
            </a:r>
            <a:r>
              <a:rPr sz="1500" spc="-8" dirty="0">
                <a:latin typeface="Calibri"/>
                <a:cs typeface="Calibri"/>
              </a:rPr>
              <a:t>regalia</a:t>
            </a:r>
            <a:endParaRPr sz="1500">
              <a:latin typeface="Calibri"/>
              <a:cs typeface="Calibri"/>
            </a:endParaRPr>
          </a:p>
        </p:txBody>
      </p:sp>
      <p:sp>
        <p:nvSpPr>
          <p:cNvPr id="3" name="object 3"/>
          <p:cNvSpPr txBox="1">
            <a:spLocks noGrp="1"/>
          </p:cNvSpPr>
          <p:nvPr>
            <p:ph type="title"/>
          </p:nvPr>
        </p:nvSpPr>
        <p:spPr>
          <a:xfrm>
            <a:off x="1849988" y="297833"/>
            <a:ext cx="2439828" cy="528991"/>
          </a:xfrm>
          <a:prstGeom prst="rect">
            <a:avLst/>
          </a:prstGeom>
        </p:spPr>
        <p:txBody>
          <a:bodyPr vert="horz" wrap="square" lIns="0" tIns="9525" rIns="0" bIns="0" rtlCol="0" anchor="ctr">
            <a:spAutoFit/>
          </a:bodyPr>
          <a:lstStyle/>
          <a:p>
            <a:pPr marL="9525">
              <a:lnSpc>
                <a:spcPct val="100000"/>
              </a:lnSpc>
              <a:spcBef>
                <a:spcPts val="75"/>
              </a:spcBef>
            </a:pPr>
            <a:r>
              <a:rPr sz="3375" b="1" spc="86" dirty="0">
                <a:solidFill>
                  <a:srgbClr val="B02E24"/>
                </a:solidFill>
                <a:latin typeface="Times New Roman"/>
                <a:cs typeface="Times New Roman"/>
              </a:rPr>
              <a:t>CONTINUE</a:t>
            </a:r>
            <a:endParaRPr sz="3375">
              <a:latin typeface="Times New Roman"/>
              <a:cs typeface="Times New Roman"/>
            </a:endParaRPr>
          </a:p>
        </p:txBody>
      </p:sp>
      <p:grpSp>
        <p:nvGrpSpPr>
          <p:cNvPr id="4" name="object 4"/>
          <p:cNvGrpSpPr/>
          <p:nvPr/>
        </p:nvGrpSpPr>
        <p:grpSpPr>
          <a:xfrm>
            <a:off x="1856292" y="854207"/>
            <a:ext cx="207169" cy="509588"/>
            <a:chOff x="2475056" y="1138943"/>
            <a:chExt cx="276225" cy="679450"/>
          </a:xfrm>
        </p:grpSpPr>
        <p:sp>
          <p:nvSpPr>
            <p:cNvPr id="5" name="object 5"/>
            <p:cNvSpPr/>
            <p:nvPr/>
          </p:nvSpPr>
          <p:spPr>
            <a:xfrm>
              <a:off x="2476930" y="1138943"/>
              <a:ext cx="226060" cy="273050"/>
            </a:xfrm>
            <a:custGeom>
              <a:avLst/>
              <a:gdLst/>
              <a:ahLst/>
              <a:cxnLst/>
              <a:rect l="l" t="t" r="r" b="b"/>
              <a:pathLst>
                <a:path w="226060" h="273050">
                  <a:moveTo>
                    <a:pt x="112754" y="0"/>
                  </a:moveTo>
                  <a:lnTo>
                    <a:pt x="16964" y="54248"/>
                  </a:lnTo>
                  <a:lnTo>
                    <a:pt x="0" y="94440"/>
                  </a:lnTo>
                  <a:lnTo>
                    <a:pt x="5064" y="108946"/>
                  </a:lnTo>
                  <a:lnTo>
                    <a:pt x="93431" y="259162"/>
                  </a:lnTo>
                  <a:lnTo>
                    <a:pt x="102468" y="269363"/>
                  </a:lnTo>
                  <a:lnTo>
                    <a:pt x="112748" y="272764"/>
                  </a:lnTo>
                  <a:lnTo>
                    <a:pt x="123027" y="269363"/>
                  </a:lnTo>
                  <a:lnTo>
                    <a:pt x="132064" y="259162"/>
                  </a:lnTo>
                  <a:lnTo>
                    <a:pt x="220431" y="108946"/>
                  </a:lnTo>
                  <a:lnTo>
                    <a:pt x="225498" y="94440"/>
                  </a:lnTo>
                  <a:lnTo>
                    <a:pt x="224950" y="79316"/>
                  </a:lnTo>
                  <a:lnTo>
                    <a:pt x="143964" y="9048"/>
                  </a:lnTo>
                  <a:lnTo>
                    <a:pt x="112754" y="0"/>
                  </a:lnTo>
                  <a:close/>
                </a:path>
              </a:pathLst>
            </a:custGeom>
            <a:solidFill>
              <a:srgbClr val="B02E24"/>
            </a:solidFill>
          </p:spPr>
          <p:txBody>
            <a:bodyPr wrap="square" lIns="0" tIns="0" rIns="0" bIns="0" rtlCol="0"/>
            <a:lstStyle/>
            <a:p>
              <a:endParaRPr sz="1350"/>
            </a:p>
          </p:txBody>
        </p:sp>
        <p:pic>
          <p:nvPicPr>
            <p:cNvPr id="6" name="object 6"/>
            <p:cNvPicPr/>
            <p:nvPr/>
          </p:nvPicPr>
          <p:blipFill>
            <a:blip r:embed="rId3" cstate="print"/>
            <a:stretch>
              <a:fillRect/>
            </a:stretch>
          </p:blipFill>
          <p:spPr>
            <a:xfrm>
              <a:off x="2487756" y="1567174"/>
              <a:ext cx="250494" cy="238239"/>
            </a:xfrm>
            <a:prstGeom prst="rect">
              <a:avLst/>
            </a:prstGeom>
          </p:spPr>
        </p:pic>
        <p:sp>
          <p:nvSpPr>
            <p:cNvPr id="7" name="object 7"/>
            <p:cNvSpPr/>
            <p:nvPr/>
          </p:nvSpPr>
          <p:spPr>
            <a:xfrm>
              <a:off x="2487756" y="1567174"/>
              <a:ext cx="250825" cy="238760"/>
            </a:xfrm>
            <a:custGeom>
              <a:avLst/>
              <a:gdLst/>
              <a:ahLst/>
              <a:cxnLst/>
              <a:rect l="l" t="t" r="r" b="b"/>
              <a:pathLst>
                <a:path w="250825" h="238760">
                  <a:moveTo>
                    <a:pt x="135521" y="4127"/>
                  </a:moveTo>
                  <a:lnTo>
                    <a:pt x="129844" y="0"/>
                  </a:lnTo>
                  <a:lnTo>
                    <a:pt x="120649" y="0"/>
                  </a:lnTo>
                  <a:lnTo>
                    <a:pt x="114973" y="4127"/>
                  </a:lnTo>
                  <a:lnTo>
                    <a:pt x="8521" y="81470"/>
                  </a:lnTo>
                  <a:lnTo>
                    <a:pt x="2844" y="85585"/>
                  </a:lnTo>
                  <a:lnTo>
                    <a:pt x="0" y="94348"/>
                  </a:lnTo>
                  <a:lnTo>
                    <a:pt x="2171" y="101015"/>
                  </a:lnTo>
                  <a:lnTo>
                    <a:pt x="42837" y="226148"/>
                  </a:lnTo>
                  <a:lnTo>
                    <a:pt x="44996" y="232829"/>
                  </a:lnTo>
                  <a:lnTo>
                    <a:pt x="52438" y="238239"/>
                  </a:lnTo>
                  <a:lnTo>
                    <a:pt x="59461" y="238239"/>
                  </a:lnTo>
                  <a:lnTo>
                    <a:pt x="191033" y="238239"/>
                  </a:lnTo>
                  <a:lnTo>
                    <a:pt x="198056" y="238239"/>
                  </a:lnTo>
                  <a:lnTo>
                    <a:pt x="205498" y="232829"/>
                  </a:lnTo>
                  <a:lnTo>
                    <a:pt x="207657" y="226148"/>
                  </a:lnTo>
                  <a:lnTo>
                    <a:pt x="248323" y="101015"/>
                  </a:lnTo>
                  <a:lnTo>
                    <a:pt x="250494" y="94348"/>
                  </a:lnTo>
                  <a:lnTo>
                    <a:pt x="247649" y="85585"/>
                  </a:lnTo>
                  <a:lnTo>
                    <a:pt x="241973" y="81470"/>
                  </a:lnTo>
                  <a:lnTo>
                    <a:pt x="135521" y="4127"/>
                  </a:lnTo>
                  <a:close/>
                </a:path>
              </a:pathLst>
            </a:custGeom>
            <a:ln w="25399">
              <a:solidFill>
                <a:srgbClr val="B02E24"/>
              </a:solidFill>
            </a:ln>
          </p:spPr>
          <p:txBody>
            <a:bodyPr wrap="square" lIns="0" tIns="0" rIns="0" bIns="0" rtlCol="0"/>
            <a:lstStyle/>
            <a:p>
              <a:endParaRPr sz="1350"/>
            </a:p>
          </p:txBody>
        </p:sp>
      </p:grpSp>
      <p:sp>
        <p:nvSpPr>
          <p:cNvPr id="8" name="object 8"/>
          <p:cNvSpPr txBox="1"/>
          <p:nvPr/>
        </p:nvSpPr>
        <p:spPr>
          <a:xfrm>
            <a:off x="333376" y="763506"/>
            <a:ext cx="5606891" cy="2811667"/>
          </a:xfrm>
          <a:prstGeom prst="rect">
            <a:avLst/>
          </a:prstGeom>
        </p:spPr>
        <p:txBody>
          <a:bodyPr vert="horz" wrap="square" lIns="0" tIns="9525" rIns="0" bIns="0" rtlCol="0">
            <a:spAutoFit/>
          </a:bodyPr>
          <a:lstStyle/>
          <a:p>
            <a:pPr marL="1758315">
              <a:spcBef>
                <a:spcPts val="75"/>
              </a:spcBef>
            </a:pPr>
            <a:r>
              <a:rPr sz="2250" b="1" dirty="0">
                <a:latin typeface="Calibri"/>
                <a:cs typeface="Calibri"/>
              </a:rPr>
              <a:t>Expectation</a:t>
            </a:r>
            <a:r>
              <a:rPr sz="2250" b="1" spc="-64" dirty="0">
                <a:latin typeface="Calibri"/>
                <a:cs typeface="Calibri"/>
              </a:rPr>
              <a:t> </a:t>
            </a:r>
            <a:r>
              <a:rPr sz="2250" b="1" spc="-8" dirty="0">
                <a:latin typeface="Calibri"/>
                <a:cs typeface="Calibri"/>
              </a:rPr>
              <a:t>Management</a:t>
            </a:r>
            <a:endParaRPr sz="2250">
              <a:latin typeface="Calibri"/>
              <a:cs typeface="Calibri"/>
            </a:endParaRPr>
          </a:p>
          <a:p>
            <a:pPr marL="1782128">
              <a:spcBef>
                <a:spcPts val="75"/>
              </a:spcBef>
            </a:pPr>
            <a:r>
              <a:rPr sz="1875" spc="-8" dirty="0">
                <a:latin typeface="Calibri"/>
                <a:cs typeface="Calibri"/>
              </a:rPr>
              <a:t>Regalia</a:t>
            </a:r>
            <a:endParaRPr sz="1875">
              <a:latin typeface="Calibri"/>
              <a:cs typeface="Calibri"/>
            </a:endParaRPr>
          </a:p>
          <a:p>
            <a:pPr>
              <a:spcBef>
                <a:spcPts val="611"/>
              </a:spcBef>
            </a:pPr>
            <a:endParaRPr sz="1875">
              <a:latin typeface="Calibri"/>
              <a:cs typeface="Calibri"/>
            </a:endParaRPr>
          </a:p>
          <a:p>
            <a:pPr marL="9525" marR="3810">
              <a:lnSpc>
                <a:spcPct val="125000"/>
              </a:lnSpc>
            </a:pPr>
            <a:r>
              <a:rPr sz="1500" b="1" dirty="0">
                <a:latin typeface="Calibri"/>
                <a:cs typeface="Calibri"/>
              </a:rPr>
              <a:t>For</a:t>
            </a:r>
            <a:r>
              <a:rPr sz="1500" b="1" spc="-41" dirty="0">
                <a:latin typeface="Calibri"/>
                <a:cs typeface="Calibri"/>
              </a:rPr>
              <a:t> </a:t>
            </a:r>
            <a:r>
              <a:rPr sz="1500" b="1" dirty="0">
                <a:latin typeface="Calibri"/>
                <a:cs typeface="Calibri"/>
              </a:rPr>
              <a:t>a</a:t>
            </a:r>
            <a:r>
              <a:rPr sz="1500" b="1" spc="-38" dirty="0">
                <a:latin typeface="Calibri"/>
                <a:cs typeface="Calibri"/>
              </a:rPr>
              <a:t> </a:t>
            </a:r>
            <a:r>
              <a:rPr sz="1500" b="1" spc="-8" dirty="0">
                <a:latin typeface="Calibri"/>
                <a:cs typeface="Calibri"/>
              </a:rPr>
              <a:t>Prospective</a:t>
            </a:r>
            <a:r>
              <a:rPr sz="1500" b="1" spc="-38" dirty="0">
                <a:latin typeface="Calibri"/>
                <a:cs typeface="Calibri"/>
              </a:rPr>
              <a:t> </a:t>
            </a:r>
            <a:r>
              <a:rPr sz="1500" b="1" dirty="0">
                <a:latin typeface="Calibri"/>
                <a:cs typeface="Calibri"/>
              </a:rPr>
              <a:t>Companion</a:t>
            </a:r>
            <a:r>
              <a:rPr sz="1500" b="1" spc="-38" dirty="0">
                <a:latin typeface="Calibri"/>
                <a:cs typeface="Calibri"/>
              </a:rPr>
              <a:t> </a:t>
            </a:r>
            <a:r>
              <a:rPr sz="1500" b="1" dirty="0">
                <a:latin typeface="Calibri"/>
                <a:cs typeface="Calibri"/>
              </a:rPr>
              <a:t>joining</a:t>
            </a:r>
            <a:r>
              <a:rPr sz="1500" b="1" spc="-38" dirty="0">
                <a:latin typeface="Calibri"/>
                <a:cs typeface="Calibri"/>
              </a:rPr>
              <a:t> </a:t>
            </a:r>
            <a:r>
              <a:rPr sz="1500" b="1" dirty="0">
                <a:latin typeface="Calibri"/>
                <a:cs typeface="Calibri"/>
              </a:rPr>
              <a:t>the</a:t>
            </a:r>
            <a:r>
              <a:rPr sz="1500" b="1" spc="-41" dirty="0">
                <a:latin typeface="Calibri"/>
                <a:cs typeface="Calibri"/>
              </a:rPr>
              <a:t> </a:t>
            </a:r>
            <a:r>
              <a:rPr sz="1500" b="1" dirty="0">
                <a:latin typeface="Calibri"/>
                <a:cs typeface="Calibri"/>
              </a:rPr>
              <a:t>Royal</a:t>
            </a:r>
            <a:r>
              <a:rPr sz="1500" b="1" spc="-34" dirty="0">
                <a:latin typeface="Calibri"/>
                <a:cs typeface="Calibri"/>
              </a:rPr>
              <a:t> </a:t>
            </a:r>
            <a:r>
              <a:rPr sz="1500" b="1" dirty="0">
                <a:latin typeface="Calibri"/>
                <a:cs typeface="Calibri"/>
              </a:rPr>
              <a:t>Arch</a:t>
            </a:r>
            <a:r>
              <a:rPr sz="1500" b="1" spc="-38" dirty="0">
                <a:latin typeface="Calibri"/>
                <a:cs typeface="Calibri"/>
              </a:rPr>
              <a:t> </a:t>
            </a:r>
            <a:r>
              <a:rPr sz="1500" b="1" dirty="0">
                <a:latin typeface="Calibri"/>
                <a:cs typeface="Calibri"/>
              </a:rPr>
              <a:t>is</a:t>
            </a:r>
            <a:r>
              <a:rPr sz="1500" b="1" spc="-34" dirty="0">
                <a:latin typeface="Calibri"/>
                <a:cs typeface="Calibri"/>
              </a:rPr>
              <a:t> </a:t>
            </a:r>
            <a:r>
              <a:rPr sz="1500" b="1" spc="-8" dirty="0">
                <a:latin typeface="Calibri"/>
                <a:cs typeface="Calibri"/>
              </a:rPr>
              <a:t>hopefully</a:t>
            </a:r>
            <a:r>
              <a:rPr sz="1500" b="1" spc="-38" dirty="0">
                <a:latin typeface="Calibri"/>
                <a:cs typeface="Calibri"/>
              </a:rPr>
              <a:t> </a:t>
            </a:r>
            <a:r>
              <a:rPr sz="1500" b="1" spc="-19" dirty="0">
                <a:latin typeface="Calibri"/>
                <a:cs typeface="Calibri"/>
              </a:rPr>
              <a:t>an </a:t>
            </a:r>
            <a:r>
              <a:rPr sz="1500" b="1" spc="-8" dirty="0">
                <a:latin typeface="Calibri"/>
                <a:cs typeface="Calibri"/>
              </a:rPr>
              <a:t>experience</a:t>
            </a:r>
            <a:r>
              <a:rPr sz="1500" b="1" spc="-45" dirty="0">
                <a:latin typeface="Calibri"/>
                <a:cs typeface="Calibri"/>
              </a:rPr>
              <a:t> </a:t>
            </a:r>
            <a:r>
              <a:rPr sz="1500" b="1" dirty="0">
                <a:latin typeface="Calibri"/>
                <a:cs typeface="Calibri"/>
              </a:rPr>
              <a:t>that</a:t>
            </a:r>
            <a:r>
              <a:rPr sz="1500" b="1" spc="-41" dirty="0">
                <a:latin typeface="Calibri"/>
                <a:cs typeface="Calibri"/>
              </a:rPr>
              <a:t> </a:t>
            </a:r>
            <a:r>
              <a:rPr sz="1500" b="1" dirty="0">
                <a:latin typeface="Calibri"/>
                <a:cs typeface="Calibri"/>
              </a:rPr>
              <a:t>they</a:t>
            </a:r>
            <a:r>
              <a:rPr sz="1500" b="1" spc="-41" dirty="0">
                <a:latin typeface="Calibri"/>
                <a:cs typeface="Calibri"/>
              </a:rPr>
              <a:t> </a:t>
            </a:r>
            <a:r>
              <a:rPr sz="1500" b="1" dirty="0">
                <a:latin typeface="Calibri"/>
                <a:cs typeface="Calibri"/>
              </a:rPr>
              <a:t>are</a:t>
            </a:r>
            <a:r>
              <a:rPr sz="1500" b="1" spc="-41" dirty="0">
                <a:latin typeface="Calibri"/>
                <a:cs typeface="Calibri"/>
              </a:rPr>
              <a:t> </a:t>
            </a:r>
            <a:r>
              <a:rPr sz="1500" b="1" dirty="0">
                <a:latin typeface="Calibri"/>
                <a:cs typeface="Calibri"/>
              </a:rPr>
              <a:t>looking</a:t>
            </a:r>
            <a:r>
              <a:rPr sz="1500" b="1" spc="-45" dirty="0">
                <a:latin typeface="Calibri"/>
                <a:cs typeface="Calibri"/>
              </a:rPr>
              <a:t> </a:t>
            </a:r>
            <a:r>
              <a:rPr sz="1500" b="1" spc="-8" dirty="0">
                <a:latin typeface="Calibri"/>
                <a:cs typeface="Calibri"/>
              </a:rPr>
              <a:t>forward</a:t>
            </a:r>
            <a:r>
              <a:rPr sz="1500" b="1" spc="-41" dirty="0">
                <a:latin typeface="Calibri"/>
                <a:cs typeface="Calibri"/>
              </a:rPr>
              <a:t> </a:t>
            </a:r>
            <a:r>
              <a:rPr sz="1500" b="1" dirty="0">
                <a:latin typeface="Calibri"/>
                <a:cs typeface="Calibri"/>
              </a:rPr>
              <a:t>to,</a:t>
            </a:r>
            <a:r>
              <a:rPr sz="1500" b="1" spc="-38" dirty="0">
                <a:latin typeface="Calibri"/>
                <a:cs typeface="Calibri"/>
              </a:rPr>
              <a:t> </a:t>
            </a:r>
            <a:r>
              <a:rPr sz="1500" b="1" dirty="0">
                <a:latin typeface="Calibri"/>
                <a:cs typeface="Calibri"/>
              </a:rPr>
              <a:t>some</a:t>
            </a:r>
            <a:r>
              <a:rPr sz="1500" b="1" spc="-45" dirty="0">
                <a:latin typeface="Calibri"/>
                <a:cs typeface="Calibri"/>
              </a:rPr>
              <a:t> </a:t>
            </a:r>
            <a:r>
              <a:rPr sz="1500" b="1" spc="-8" dirty="0">
                <a:latin typeface="Calibri"/>
                <a:cs typeface="Calibri"/>
              </a:rPr>
              <a:t>candidates</a:t>
            </a:r>
            <a:r>
              <a:rPr sz="1500" b="1" spc="-41" dirty="0">
                <a:latin typeface="Calibri"/>
                <a:cs typeface="Calibri"/>
              </a:rPr>
              <a:t> </a:t>
            </a:r>
            <a:r>
              <a:rPr sz="1500" b="1" spc="-8" dirty="0">
                <a:latin typeface="Calibri"/>
                <a:cs typeface="Calibri"/>
              </a:rPr>
              <a:t>however </a:t>
            </a:r>
            <a:r>
              <a:rPr sz="1500" b="1" dirty="0">
                <a:latin typeface="Calibri"/>
                <a:cs typeface="Calibri"/>
              </a:rPr>
              <a:t>can</a:t>
            </a:r>
            <a:r>
              <a:rPr sz="1500" b="1" spc="-34" dirty="0">
                <a:latin typeface="Calibri"/>
                <a:cs typeface="Calibri"/>
              </a:rPr>
              <a:t> </a:t>
            </a:r>
            <a:r>
              <a:rPr sz="1500" b="1" dirty="0">
                <a:latin typeface="Calibri"/>
                <a:cs typeface="Calibri"/>
              </a:rPr>
              <a:t>be</a:t>
            </a:r>
            <a:r>
              <a:rPr sz="1500" b="1" spc="-38" dirty="0">
                <a:latin typeface="Calibri"/>
                <a:cs typeface="Calibri"/>
              </a:rPr>
              <a:t> </a:t>
            </a:r>
            <a:r>
              <a:rPr sz="1500" b="1" dirty="0">
                <a:latin typeface="Calibri"/>
                <a:cs typeface="Calibri"/>
              </a:rPr>
              <a:t>surprised</a:t>
            </a:r>
            <a:r>
              <a:rPr sz="1500" b="1" spc="-30" dirty="0">
                <a:latin typeface="Calibri"/>
                <a:cs typeface="Calibri"/>
              </a:rPr>
              <a:t> </a:t>
            </a:r>
            <a:r>
              <a:rPr sz="1500" b="1" dirty="0">
                <a:latin typeface="Calibri"/>
                <a:cs typeface="Calibri"/>
              </a:rPr>
              <a:t>at</a:t>
            </a:r>
            <a:r>
              <a:rPr sz="1500" b="1" spc="-34" dirty="0">
                <a:latin typeface="Calibri"/>
                <a:cs typeface="Calibri"/>
              </a:rPr>
              <a:t> </a:t>
            </a:r>
            <a:r>
              <a:rPr sz="1500" b="1" dirty="0">
                <a:latin typeface="Calibri"/>
                <a:cs typeface="Calibri"/>
              </a:rPr>
              <a:t>the</a:t>
            </a:r>
            <a:r>
              <a:rPr sz="1500" b="1" spc="-38" dirty="0">
                <a:latin typeface="Calibri"/>
                <a:cs typeface="Calibri"/>
              </a:rPr>
              <a:t> </a:t>
            </a:r>
            <a:r>
              <a:rPr sz="1500" b="1" spc="-8" dirty="0">
                <a:latin typeface="Calibri"/>
                <a:cs typeface="Calibri"/>
              </a:rPr>
              <a:t>associated</a:t>
            </a:r>
            <a:r>
              <a:rPr sz="1500" b="1" spc="-30" dirty="0">
                <a:latin typeface="Calibri"/>
                <a:cs typeface="Calibri"/>
              </a:rPr>
              <a:t> </a:t>
            </a:r>
            <a:r>
              <a:rPr sz="1500" b="1" spc="-8" dirty="0">
                <a:latin typeface="Calibri"/>
                <a:cs typeface="Calibri"/>
              </a:rPr>
              <a:t>upfront</a:t>
            </a:r>
            <a:r>
              <a:rPr sz="1500" b="1" spc="-34" dirty="0">
                <a:latin typeface="Calibri"/>
                <a:cs typeface="Calibri"/>
              </a:rPr>
              <a:t> </a:t>
            </a:r>
            <a:r>
              <a:rPr sz="1500" b="1" spc="-8" dirty="0">
                <a:latin typeface="Calibri"/>
                <a:cs typeface="Calibri"/>
              </a:rPr>
              <a:t>costs:</a:t>
            </a:r>
            <a:endParaRPr sz="1500">
              <a:latin typeface="Calibri"/>
              <a:cs typeface="Calibri"/>
            </a:endParaRPr>
          </a:p>
          <a:p>
            <a:pPr>
              <a:spcBef>
                <a:spcPts val="866"/>
              </a:spcBef>
            </a:pPr>
            <a:endParaRPr sz="1500">
              <a:latin typeface="Calibri"/>
              <a:cs typeface="Calibri"/>
            </a:endParaRPr>
          </a:p>
          <a:p>
            <a:pPr marL="9525" marR="234315">
              <a:lnSpc>
                <a:spcPct val="125000"/>
              </a:lnSpc>
              <a:spcBef>
                <a:spcPts val="4"/>
              </a:spcBef>
            </a:pPr>
            <a:r>
              <a:rPr sz="1500" dirty="0">
                <a:latin typeface="Calibri"/>
                <a:cs typeface="Calibri"/>
              </a:rPr>
              <a:t>The</a:t>
            </a:r>
            <a:r>
              <a:rPr sz="1500" spc="-30" dirty="0">
                <a:latin typeface="Calibri"/>
                <a:cs typeface="Calibri"/>
              </a:rPr>
              <a:t> </a:t>
            </a:r>
            <a:r>
              <a:rPr sz="1500" dirty="0">
                <a:latin typeface="Calibri"/>
                <a:cs typeface="Calibri"/>
              </a:rPr>
              <a:t>upfront</a:t>
            </a:r>
            <a:r>
              <a:rPr sz="1500" spc="-34" dirty="0">
                <a:latin typeface="Calibri"/>
                <a:cs typeface="Calibri"/>
              </a:rPr>
              <a:t> </a:t>
            </a:r>
            <a:r>
              <a:rPr sz="1500" dirty="0">
                <a:latin typeface="Calibri"/>
                <a:cs typeface="Calibri"/>
              </a:rPr>
              <a:t>costs</a:t>
            </a:r>
            <a:r>
              <a:rPr sz="1500" spc="-34" dirty="0">
                <a:latin typeface="Calibri"/>
                <a:cs typeface="Calibri"/>
              </a:rPr>
              <a:t> </a:t>
            </a:r>
            <a:r>
              <a:rPr sz="1500" dirty="0">
                <a:latin typeface="Calibri"/>
                <a:cs typeface="Calibri"/>
              </a:rPr>
              <a:t>of</a:t>
            </a:r>
            <a:r>
              <a:rPr sz="1500" spc="-34" dirty="0">
                <a:latin typeface="Calibri"/>
                <a:cs typeface="Calibri"/>
              </a:rPr>
              <a:t> </a:t>
            </a:r>
            <a:r>
              <a:rPr sz="1500" dirty="0">
                <a:latin typeface="Calibri"/>
                <a:cs typeface="Calibri"/>
              </a:rPr>
              <a:t>purchasing</a:t>
            </a:r>
            <a:r>
              <a:rPr sz="1500" spc="-26" dirty="0">
                <a:latin typeface="Calibri"/>
                <a:cs typeface="Calibri"/>
              </a:rPr>
              <a:t> </a:t>
            </a:r>
            <a:r>
              <a:rPr sz="1500" dirty="0">
                <a:latin typeface="Calibri"/>
                <a:cs typeface="Calibri"/>
              </a:rPr>
              <a:t>regalia</a:t>
            </a:r>
            <a:r>
              <a:rPr sz="1500" spc="-34" dirty="0">
                <a:latin typeface="Calibri"/>
                <a:cs typeface="Calibri"/>
              </a:rPr>
              <a:t> </a:t>
            </a:r>
            <a:r>
              <a:rPr sz="1500" dirty="0">
                <a:latin typeface="Calibri"/>
                <a:cs typeface="Calibri"/>
              </a:rPr>
              <a:t>may</a:t>
            </a:r>
            <a:r>
              <a:rPr sz="1500" spc="-30" dirty="0">
                <a:latin typeface="Calibri"/>
                <a:cs typeface="Calibri"/>
              </a:rPr>
              <a:t> </a:t>
            </a:r>
            <a:r>
              <a:rPr sz="1500" dirty="0">
                <a:latin typeface="Calibri"/>
                <a:cs typeface="Calibri"/>
              </a:rPr>
              <a:t>be</a:t>
            </a:r>
            <a:r>
              <a:rPr sz="1500" spc="-30" dirty="0">
                <a:latin typeface="Calibri"/>
                <a:cs typeface="Calibri"/>
              </a:rPr>
              <a:t> </a:t>
            </a:r>
            <a:r>
              <a:rPr sz="1500" dirty="0">
                <a:latin typeface="Calibri"/>
                <a:cs typeface="Calibri"/>
              </a:rPr>
              <a:t>a</a:t>
            </a:r>
            <a:r>
              <a:rPr sz="1500" spc="-30" dirty="0">
                <a:latin typeface="Calibri"/>
                <a:cs typeface="Calibri"/>
              </a:rPr>
              <a:t> </a:t>
            </a:r>
            <a:r>
              <a:rPr sz="1500" dirty="0">
                <a:latin typeface="Calibri"/>
                <a:cs typeface="Calibri"/>
              </a:rPr>
              <a:t>surprise</a:t>
            </a:r>
            <a:r>
              <a:rPr sz="1500" spc="-30" dirty="0">
                <a:latin typeface="Calibri"/>
                <a:cs typeface="Calibri"/>
              </a:rPr>
              <a:t> </a:t>
            </a:r>
            <a:r>
              <a:rPr sz="1500" dirty="0">
                <a:latin typeface="Calibri"/>
                <a:cs typeface="Calibri"/>
              </a:rPr>
              <a:t>–</a:t>
            </a:r>
            <a:r>
              <a:rPr sz="1500" spc="-34" dirty="0">
                <a:latin typeface="Calibri"/>
                <a:cs typeface="Calibri"/>
              </a:rPr>
              <a:t> </a:t>
            </a:r>
            <a:r>
              <a:rPr sz="1500" spc="-8" dirty="0">
                <a:latin typeface="Calibri"/>
                <a:cs typeface="Calibri"/>
              </a:rPr>
              <a:t>especially </a:t>
            </a:r>
            <a:r>
              <a:rPr sz="1500" dirty="0">
                <a:latin typeface="Calibri"/>
                <a:cs typeface="Calibri"/>
              </a:rPr>
              <a:t>with</a:t>
            </a:r>
            <a:r>
              <a:rPr sz="1500" spc="-30" dirty="0">
                <a:latin typeface="Calibri"/>
                <a:cs typeface="Calibri"/>
              </a:rPr>
              <a:t> </a:t>
            </a:r>
            <a:r>
              <a:rPr sz="1500" dirty="0">
                <a:latin typeface="Calibri"/>
                <a:cs typeface="Calibri"/>
              </a:rPr>
              <a:t>how</a:t>
            </a:r>
            <a:r>
              <a:rPr sz="1500" spc="-26" dirty="0">
                <a:latin typeface="Calibri"/>
                <a:cs typeface="Calibri"/>
              </a:rPr>
              <a:t> </a:t>
            </a:r>
            <a:r>
              <a:rPr sz="1500" dirty="0">
                <a:latin typeface="Calibri"/>
                <a:cs typeface="Calibri"/>
              </a:rPr>
              <a:t>different</a:t>
            </a:r>
            <a:r>
              <a:rPr sz="1500" spc="-30" dirty="0">
                <a:latin typeface="Calibri"/>
                <a:cs typeface="Calibri"/>
              </a:rPr>
              <a:t> </a:t>
            </a:r>
            <a:r>
              <a:rPr sz="1500" dirty="0">
                <a:latin typeface="Calibri"/>
                <a:cs typeface="Calibri"/>
              </a:rPr>
              <a:t>the</a:t>
            </a:r>
            <a:r>
              <a:rPr sz="1500" spc="-26" dirty="0">
                <a:latin typeface="Calibri"/>
                <a:cs typeface="Calibri"/>
              </a:rPr>
              <a:t> </a:t>
            </a:r>
            <a:r>
              <a:rPr sz="1500" dirty="0">
                <a:latin typeface="Calibri"/>
                <a:cs typeface="Calibri"/>
              </a:rPr>
              <a:t>regalia</a:t>
            </a:r>
            <a:r>
              <a:rPr sz="1500" spc="-30" dirty="0">
                <a:latin typeface="Calibri"/>
                <a:cs typeface="Calibri"/>
              </a:rPr>
              <a:t> </a:t>
            </a:r>
            <a:r>
              <a:rPr sz="1500" dirty="0">
                <a:latin typeface="Calibri"/>
                <a:cs typeface="Calibri"/>
              </a:rPr>
              <a:t>and</a:t>
            </a:r>
            <a:r>
              <a:rPr sz="1500" spc="-26" dirty="0">
                <a:latin typeface="Calibri"/>
                <a:cs typeface="Calibri"/>
              </a:rPr>
              <a:t> </a:t>
            </a:r>
            <a:r>
              <a:rPr sz="1500" dirty="0">
                <a:latin typeface="Calibri"/>
                <a:cs typeface="Calibri"/>
              </a:rPr>
              <a:t>jewel</a:t>
            </a:r>
            <a:r>
              <a:rPr sz="1500" spc="-30" dirty="0">
                <a:latin typeface="Calibri"/>
                <a:cs typeface="Calibri"/>
              </a:rPr>
              <a:t> </a:t>
            </a:r>
            <a:r>
              <a:rPr sz="1500" dirty="0">
                <a:latin typeface="Calibri"/>
                <a:cs typeface="Calibri"/>
              </a:rPr>
              <a:t>is</a:t>
            </a:r>
            <a:r>
              <a:rPr sz="1500" spc="-30" dirty="0">
                <a:latin typeface="Calibri"/>
                <a:cs typeface="Calibri"/>
              </a:rPr>
              <a:t> </a:t>
            </a:r>
            <a:r>
              <a:rPr sz="1500" dirty="0">
                <a:latin typeface="Calibri"/>
                <a:cs typeface="Calibri"/>
              </a:rPr>
              <a:t>to</a:t>
            </a:r>
            <a:r>
              <a:rPr sz="1500" spc="-30" dirty="0">
                <a:latin typeface="Calibri"/>
                <a:cs typeface="Calibri"/>
              </a:rPr>
              <a:t> </a:t>
            </a:r>
            <a:r>
              <a:rPr sz="1500" dirty="0">
                <a:latin typeface="Calibri"/>
                <a:cs typeface="Calibri"/>
              </a:rPr>
              <a:t>what</a:t>
            </a:r>
            <a:r>
              <a:rPr sz="1500" spc="-30" dirty="0">
                <a:latin typeface="Calibri"/>
                <a:cs typeface="Calibri"/>
              </a:rPr>
              <a:t> </a:t>
            </a:r>
            <a:r>
              <a:rPr sz="1500" dirty="0">
                <a:latin typeface="Calibri"/>
                <a:cs typeface="Calibri"/>
              </a:rPr>
              <a:t>is</a:t>
            </a:r>
            <a:r>
              <a:rPr sz="1500" spc="-26" dirty="0">
                <a:latin typeface="Calibri"/>
                <a:cs typeface="Calibri"/>
              </a:rPr>
              <a:t> </a:t>
            </a:r>
            <a:r>
              <a:rPr sz="1500" dirty="0">
                <a:latin typeface="Calibri"/>
                <a:cs typeface="Calibri"/>
              </a:rPr>
              <a:t>worn</a:t>
            </a:r>
            <a:r>
              <a:rPr sz="1500" spc="-30" dirty="0">
                <a:latin typeface="Calibri"/>
                <a:cs typeface="Calibri"/>
              </a:rPr>
              <a:t> </a:t>
            </a:r>
            <a:r>
              <a:rPr sz="1500" dirty="0">
                <a:latin typeface="Calibri"/>
                <a:cs typeface="Calibri"/>
              </a:rPr>
              <a:t>in</a:t>
            </a:r>
            <a:r>
              <a:rPr sz="1500" spc="-30" dirty="0">
                <a:latin typeface="Calibri"/>
                <a:cs typeface="Calibri"/>
              </a:rPr>
              <a:t> </a:t>
            </a:r>
            <a:r>
              <a:rPr sz="1500" spc="-8" dirty="0">
                <a:latin typeface="Calibri"/>
                <a:cs typeface="Calibri"/>
              </a:rPr>
              <a:t>Lodge.</a:t>
            </a:r>
            <a:endParaRPr sz="1500">
              <a:latin typeface="Calibri"/>
              <a:cs typeface="Calibri"/>
            </a:endParaRPr>
          </a:p>
        </p:txBody>
      </p:sp>
      <p:grpSp>
        <p:nvGrpSpPr>
          <p:cNvPr id="9" name="object 9"/>
          <p:cNvGrpSpPr/>
          <p:nvPr/>
        </p:nvGrpSpPr>
        <p:grpSpPr>
          <a:xfrm>
            <a:off x="342900" y="315497"/>
            <a:ext cx="6350794" cy="5224938"/>
            <a:chOff x="457200" y="420662"/>
            <a:chExt cx="8467725" cy="6966584"/>
          </a:xfrm>
        </p:grpSpPr>
        <p:pic>
          <p:nvPicPr>
            <p:cNvPr id="10" name="object 10"/>
            <p:cNvPicPr/>
            <p:nvPr/>
          </p:nvPicPr>
          <p:blipFill>
            <a:blip r:embed="rId4" cstate="print"/>
            <a:stretch>
              <a:fillRect/>
            </a:stretch>
          </p:blipFill>
          <p:spPr>
            <a:xfrm>
              <a:off x="457200" y="420662"/>
              <a:ext cx="1856752" cy="1641246"/>
            </a:xfrm>
            <a:prstGeom prst="rect">
              <a:avLst/>
            </a:prstGeom>
          </p:spPr>
        </p:pic>
        <p:sp>
          <p:nvSpPr>
            <p:cNvPr id="11" name="object 11">
              <a:hlinkClick r:id="rId5"/>
            </p:cNvPr>
            <p:cNvSpPr/>
            <p:nvPr/>
          </p:nvSpPr>
          <p:spPr>
            <a:xfrm>
              <a:off x="8617401" y="6982540"/>
              <a:ext cx="307975" cy="404495"/>
            </a:xfrm>
            <a:custGeom>
              <a:avLst/>
              <a:gdLst/>
              <a:ahLst/>
              <a:cxnLst/>
              <a:rect l="l" t="t" r="r" b="b"/>
              <a:pathLst>
                <a:path w="307975" h="404495">
                  <a:moveTo>
                    <a:pt x="46455" y="129192"/>
                  </a:moveTo>
                  <a:lnTo>
                    <a:pt x="5530" y="141553"/>
                  </a:lnTo>
                  <a:lnTo>
                    <a:pt x="385" y="156146"/>
                  </a:lnTo>
                  <a:lnTo>
                    <a:pt x="293" y="156958"/>
                  </a:lnTo>
                  <a:lnTo>
                    <a:pt x="185" y="157911"/>
                  </a:lnTo>
                  <a:lnTo>
                    <a:pt x="121" y="158482"/>
                  </a:lnTo>
                  <a:lnTo>
                    <a:pt x="0" y="161950"/>
                  </a:lnTo>
                  <a:lnTo>
                    <a:pt x="8051" y="271690"/>
                  </a:lnTo>
                  <a:lnTo>
                    <a:pt x="8161" y="273189"/>
                  </a:lnTo>
                  <a:lnTo>
                    <a:pt x="27887" y="342091"/>
                  </a:lnTo>
                  <a:lnTo>
                    <a:pt x="78951" y="391400"/>
                  </a:lnTo>
                  <a:lnTo>
                    <a:pt x="120013" y="404426"/>
                  </a:lnTo>
                  <a:lnTo>
                    <a:pt x="161823" y="403752"/>
                  </a:lnTo>
                  <a:lnTo>
                    <a:pt x="201351" y="390400"/>
                  </a:lnTo>
                  <a:lnTo>
                    <a:pt x="211979" y="382633"/>
                  </a:lnTo>
                  <a:lnTo>
                    <a:pt x="132342" y="382633"/>
                  </a:lnTo>
                  <a:lnTo>
                    <a:pt x="89492" y="370941"/>
                  </a:lnTo>
                  <a:lnTo>
                    <a:pt x="47061" y="329531"/>
                  </a:lnTo>
                  <a:lnTo>
                    <a:pt x="30843" y="271690"/>
                  </a:lnTo>
                  <a:lnTo>
                    <a:pt x="22931" y="158482"/>
                  </a:lnTo>
                  <a:lnTo>
                    <a:pt x="22791" y="156146"/>
                  </a:lnTo>
                  <a:lnTo>
                    <a:pt x="24392" y="153987"/>
                  </a:lnTo>
                  <a:lnTo>
                    <a:pt x="33866" y="151891"/>
                  </a:lnTo>
                  <a:lnTo>
                    <a:pt x="38844" y="150850"/>
                  </a:lnTo>
                  <a:lnTo>
                    <a:pt x="75838" y="150850"/>
                  </a:lnTo>
                  <a:lnTo>
                    <a:pt x="73779" y="146387"/>
                  </a:lnTo>
                  <a:lnTo>
                    <a:pt x="61766" y="135146"/>
                  </a:lnTo>
                  <a:lnTo>
                    <a:pt x="46455" y="129192"/>
                  </a:lnTo>
                  <a:close/>
                </a:path>
                <a:path w="307975" h="404495">
                  <a:moveTo>
                    <a:pt x="303717" y="215340"/>
                  </a:moveTo>
                  <a:lnTo>
                    <a:pt x="271089" y="215340"/>
                  </a:lnTo>
                  <a:lnTo>
                    <a:pt x="284221" y="222033"/>
                  </a:lnTo>
                  <a:lnTo>
                    <a:pt x="286678" y="229971"/>
                  </a:lnTo>
                  <a:lnTo>
                    <a:pt x="241282" y="319493"/>
                  </a:lnTo>
                  <a:lnTo>
                    <a:pt x="213170" y="355249"/>
                  </a:lnTo>
                  <a:lnTo>
                    <a:pt x="175212" y="376849"/>
                  </a:lnTo>
                  <a:lnTo>
                    <a:pt x="132342" y="382633"/>
                  </a:lnTo>
                  <a:lnTo>
                    <a:pt x="211979" y="382633"/>
                  </a:lnTo>
                  <a:lnTo>
                    <a:pt x="235566" y="365394"/>
                  </a:lnTo>
                  <a:lnTo>
                    <a:pt x="261437" y="329755"/>
                  </a:lnTo>
                  <a:lnTo>
                    <a:pt x="303474" y="247268"/>
                  </a:lnTo>
                  <a:lnTo>
                    <a:pt x="307444" y="233246"/>
                  </a:lnTo>
                  <a:lnTo>
                    <a:pt x="305992" y="220370"/>
                  </a:lnTo>
                  <a:lnTo>
                    <a:pt x="305874" y="219330"/>
                  </a:lnTo>
                  <a:lnTo>
                    <a:pt x="303717" y="215340"/>
                  </a:lnTo>
                  <a:close/>
                </a:path>
                <a:path w="307975" h="404495">
                  <a:moveTo>
                    <a:pt x="267615" y="177952"/>
                  </a:moveTo>
                  <a:lnTo>
                    <a:pt x="234805" y="177952"/>
                  </a:lnTo>
                  <a:lnTo>
                    <a:pt x="247912" y="184644"/>
                  </a:lnTo>
                  <a:lnTo>
                    <a:pt x="250452" y="192849"/>
                  </a:lnTo>
                  <a:lnTo>
                    <a:pt x="225026" y="242760"/>
                  </a:lnTo>
                  <a:lnTo>
                    <a:pt x="227198" y="249668"/>
                  </a:lnTo>
                  <a:lnTo>
                    <a:pt x="238310" y="255320"/>
                  </a:lnTo>
                  <a:lnTo>
                    <a:pt x="245181" y="253021"/>
                  </a:lnTo>
                  <a:lnTo>
                    <a:pt x="262961" y="218122"/>
                  </a:lnTo>
                  <a:lnTo>
                    <a:pt x="271089" y="215340"/>
                  </a:lnTo>
                  <a:lnTo>
                    <a:pt x="303717" y="215340"/>
                  </a:lnTo>
                  <a:lnTo>
                    <a:pt x="299266" y="207111"/>
                  </a:lnTo>
                  <a:lnTo>
                    <a:pt x="288120" y="198183"/>
                  </a:lnTo>
                  <a:lnTo>
                    <a:pt x="282735" y="195439"/>
                  </a:lnTo>
                  <a:lnTo>
                    <a:pt x="277815" y="194347"/>
                  </a:lnTo>
                  <a:lnTo>
                    <a:pt x="271089" y="194347"/>
                  </a:lnTo>
                  <a:lnTo>
                    <a:pt x="270121" y="184644"/>
                  </a:lnTo>
                  <a:lnTo>
                    <a:pt x="270067" y="184100"/>
                  </a:lnTo>
                  <a:lnTo>
                    <a:pt x="267615" y="177952"/>
                  </a:lnTo>
                  <a:close/>
                </a:path>
                <a:path w="307975" h="404495">
                  <a:moveTo>
                    <a:pt x="231309" y="140575"/>
                  </a:moveTo>
                  <a:lnTo>
                    <a:pt x="198496" y="140575"/>
                  </a:lnTo>
                  <a:lnTo>
                    <a:pt x="211615" y="147256"/>
                  </a:lnTo>
                  <a:lnTo>
                    <a:pt x="214155" y="155460"/>
                  </a:lnTo>
                  <a:lnTo>
                    <a:pt x="183954" y="214705"/>
                  </a:lnTo>
                  <a:lnTo>
                    <a:pt x="181084" y="220370"/>
                  </a:lnTo>
                  <a:lnTo>
                    <a:pt x="183256" y="227278"/>
                  </a:lnTo>
                  <a:lnTo>
                    <a:pt x="194368" y="232943"/>
                  </a:lnTo>
                  <a:lnTo>
                    <a:pt x="201239" y="230631"/>
                  </a:lnTo>
                  <a:lnTo>
                    <a:pt x="226664" y="180733"/>
                  </a:lnTo>
                  <a:lnTo>
                    <a:pt x="234805" y="177952"/>
                  </a:lnTo>
                  <a:lnTo>
                    <a:pt x="267615" y="177952"/>
                  </a:lnTo>
                  <a:lnTo>
                    <a:pt x="266328" y="174723"/>
                  </a:lnTo>
                  <a:lnTo>
                    <a:pt x="260154" y="166769"/>
                  </a:lnTo>
                  <a:lnTo>
                    <a:pt x="251823" y="160794"/>
                  </a:lnTo>
                  <a:lnTo>
                    <a:pt x="246680" y="157911"/>
                  </a:lnTo>
                  <a:lnTo>
                    <a:pt x="241695" y="156958"/>
                  </a:lnTo>
                  <a:lnTo>
                    <a:pt x="234780" y="156958"/>
                  </a:lnTo>
                  <a:lnTo>
                    <a:pt x="233811" y="147256"/>
                  </a:lnTo>
                  <a:lnTo>
                    <a:pt x="233757" y="146711"/>
                  </a:lnTo>
                  <a:lnTo>
                    <a:pt x="231309" y="140575"/>
                  </a:lnTo>
                  <a:close/>
                </a:path>
                <a:path w="307975" h="404495">
                  <a:moveTo>
                    <a:pt x="75838" y="150850"/>
                  </a:moveTo>
                  <a:lnTo>
                    <a:pt x="38844" y="150850"/>
                  </a:lnTo>
                  <a:lnTo>
                    <a:pt x="43734" y="151599"/>
                  </a:lnTo>
                  <a:lnTo>
                    <a:pt x="53233" y="156438"/>
                  </a:lnTo>
                  <a:lnTo>
                    <a:pt x="57386" y="161391"/>
                  </a:lnTo>
                  <a:lnTo>
                    <a:pt x="72931" y="225932"/>
                  </a:lnTo>
                  <a:lnTo>
                    <a:pt x="74772" y="228421"/>
                  </a:lnTo>
                  <a:lnTo>
                    <a:pt x="77389" y="229971"/>
                  </a:lnTo>
                  <a:lnTo>
                    <a:pt x="80068" y="231495"/>
                  </a:lnTo>
                  <a:lnTo>
                    <a:pt x="83066" y="231927"/>
                  </a:lnTo>
                  <a:lnTo>
                    <a:pt x="89149" y="230288"/>
                  </a:lnTo>
                  <a:lnTo>
                    <a:pt x="91803" y="228129"/>
                  </a:lnTo>
                  <a:lnTo>
                    <a:pt x="112496" y="187515"/>
                  </a:lnTo>
                  <a:lnTo>
                    <a:pt x="87117" y="187515"/>
                  </a:lnTo>
                  <a:lnTo>
                    <a:pt x="80957" y="161950"/>
                  </a:lnTo>
                  <a:lnTo>
                    <a:pt x="75838" y="150850"/>
                  </a:lnTo>
                  <a:close/>
                </a:path>
                <a:path w="307975" h="404495">
                  <a:moveTo>
                    <a:pt x="237211" y="21322"/>
                  </a:moveTo>
                  <a:lnTo>
                    <a:pt x="201874" y="21322"/>
                  </a:lnTo>
                  <a:lnTo>
                    <a:pt x="208313" y="22681"/>
                  </a:lnTo>
                  <a:lnTo>
                    <a:pt x="212707" y="23862"/>
                  </a:lnTo>
                  <a:lnTo>
                    <a:pt x="216111" y="27164"/>
                  </a:lnTo>
                  <a:lnTo>
                    <a:pt x="218562" y="35089"/>
                  </a:lnTo>
                  <a:lnTo>
                    <a:pt x="218243" y="38580"/>
                  </a:lnTo>
                  <a:lnTo>
                    <a:pt x="218206" y="38988"/>
                  </a:lnTo>
                  <a:lnTo>
                    <a:pt x="216441" y="42328"/>
                  </a:lnTo>
                  <a:lnTo>
                    <a:pt x="137129" y="197979"/>
                  </a:lnTo>
                  <a:lnTo>
                    <a:pt x="139314" y="204888"/>
                  </a:lnTo>
                  <a:lnTo>
                    <a:pt x="150426" y="210552"/>
                  </a:lnTo>
                  <a:lnTo>
                    <a:pt x="157297" y="208254"/>
                  </a:lnTo>
                  <a:lnTo>
                    <a:pt x="190368" y="143344"/>
                  </a:lnTo>
                  <a:lnTo>
                    <a:pt x="198496" y="140575"/>
                  </a:lnTo>
                  <a:lnTo>
                    <a:pt x="231309" y="140575"/>
                  </a:lnTo>
                  <a:lnTo>
                    <a:pt x="230016" y="137332"/>
                  </a:lnTo>
                  <a:lnTo>
                    <a:pt x="202382" y="119786"/>
                  </a:lnTo>
                  <a:lnTo>
                    <a:pt x="236609" y="52603"/>
                  </a:lnTo>
                  <a:lnTo>
                    <a:pt x="240465" y="38988"/>
                  </a:lnTo>
                  <a:lnTo>
                    <a:pt x="240580" y="38580"/>
                  </a:lnTo>
                  <a:lnTo>
                    <a:pt x="239041" y="24891"/>
                  </a:lnTo>
                  <a:lnTo>
                    <a:pt x="239015" y="24663"/>
                  </a:lnTo>
                  <a:lnTo>
                    <a:pt x="237211" y="21322"/>
                  </a:lnTo>
                  <a:close/>
                </a:path>
                <a:path w="307975" h="404495">
                  <a:moveTo>
                    <a:pt x="276956" y="194157"/>
                  </a:moveTo>
                  <a:lnTo>
                    <a:pt x="271089" y="194347"/>
                  </a:lnTo>
                  <a:lnTo>
                    <a:pt x="277815" y="194347"/>
                  </a:lnTo>
                  <a:lnTo>
                    <a:pt x="276956" y="194157"/>
                  </a:lnTo>
                  <a:close/>
                </a:path>
                <a:path w="307975" h="404495">
                  <a:moveTo>
                    <a:pt x="201681" y="0"/>
                  </a:moveTo>
                  <a:lnTo>
                    <a:pt x="189401" y="3504"/>
                  </a:lnTo>
                  <a:lnTo>
                    <a:pt x="189579" y="3504"/>
                  </a:lnTo>
                  <a:lnTo>
                    <a:pt x="179436" y="10605"/>
                  </a:lnTo>
                  <a:lnTo>
                    <a:pt x="171927" y="21056"/>
                  </a:lnTo>
                  <a:lnTo>
                    <a:pt x="87117" y="187515"/>
                  </a:lnTo>
                  <a:lnTo>
                    <a:pt x="112496" y="187515"/>
                  </a:lnTo>
                  <a:lnTo>
                    <a:pt x="192133" y="31203"/>
                  </a:lnTo>
                  <a:lnTo>
                    <a:pt x="195003" y="24891"/>
                  </a:lnTo>
                  <a:lnTo>
                    <a:pt x="201874" y="21322"/>
                  </a:lnTo>
                  <a:lnTo>
                    <a:pt x="237211" y="21322"/>
                  </a:lnTo>
                  <a:lnTo>
                    <a:pt x="232412" y="12440"/>
                  </a:lnTo>
                  <a:lnTo>
                    <a:pt x="221267" y="3504"/>
                  </a:lnTo>
                  <a:lnTo>
                    <a:pt x="219121" y="2171"/>
                  </a:lnTo>
                  <a:lnTo>
                    <a:pt x="216771" y="1498"/>
                  </a:lnTo>
                  <a:lnTo>
                    <a:pt x="214333" y="850"/>
                  </a:lnTo>
                  <a:lnTo>
                    <a:pt x="201681" y="0"/>
                  </a:lnTo>
                  <a:close/>
                </a:path>
                <a:path w="307975" h="404495">
                  <a:moveTo>
                    <a:pt x="240698" y="156768"/>
                  </a:moveTo>
                  <a:lnTo>
                    <a:pt x="234780" y="156958"/>
                  </a:lnTo>
                  <a:lnTo>
                    <a:pt x="241695" y="156958"/>
                  </a:lnTo>
                  <a:lnTo>
                    <a:pt x="240698" y="156768"/>
                  </a:lnTo>
                  <a:close/>
                </a:path>
              </a:pathLst>
            </a:custGeom>
            <a:solidFill>
              <a:srgbClr val="B02E24"/>
            </a:solidFill>
          </p:spPr>
          <p:txBody>
            <a:bodyPr wrap="square" lIns="0" tIns="0" rIns="0" bIns="0" rtlCol="0"/>
            <a:lstStyle/>
            <a:p>
              <a:endParaRPr sz="1350"/>
            </a:p>
          </p:txBody>
        </p:sp>
        <p:pic>
          <p:nvPicPr>
            <p:cNvPr id="12" name="object 12">
              <a:hlinkClick r:id="rId5"/>
            </p:cNvPr>
            <p:cNvPicPr/>
            <p:nvPr/>
          </p:nvPicPr>
          <p:blipFill>
            <a:blip r:embed="rId6" cstate="print"/>
            <a:stretch>
              <a:fillRect/>
            </a:stretch>
          </p:blipFill>
          <p:spPr>
            <a:xfrm>
              <a:off x="8750156" y="6907514"/>
              <a:ext cx="173131" cy="133427"/>
            </a:xfrm>
            <a:prstGeom prst="rect">
              <a:avLst/>
            </a:prstGeom>
          </p:spPr>
        </p:pic>
      </p:grpSp>
      <p:sp>
        <p:nvSpPr>
          <p:cNvPr id="13" name="object 13"/>
          <p:cNvSpPr txBox="1">
            <a:spLocks noGrp="1"/>
          </p:cNvSpPr>
          <p:nvPr>
            <p:ph sz="half" idx="3"/>
          </p:nvPr>
        </p:nvSpPr>
        <p:spPr>
          <a:xfrm>
            <a:off x="7466324" y="313606"/>
            <a:ext cx="3966924" cy="6127960"/>
          </a:xfrm>
          <a:prstGeom prst="rect">
            <a:avLst/>
          </a:prstGeom>
        </p:spPr>
        <p:txBody>
          <a:bodyPr vert="horz" wrap="square" lIns="0" tIns="9525" rIns="0" bIns="0" rtlCol="0">
            <a:spAutoFit/>
          </a:bodyPr>
          <a:lstStyle/>
          <a:p>
            <a:pPr marL="170497" marR="3810" indent="-160972">
              <a:lnSpc>
                <a:spcPct val="125000"/>
              </a:lnSpc>
              <a:spcBef>
                <a:spcPts val="75"/>
              </a:spcBef>
              <a:tabLst>
                <a:tab pos="171450" algn="l"/>
              </a:tabLst>
            </a:pPr>
            <a:r>
              <a:rPr dirty="0"/>
              <a:t>Ensuring</a:t>
            </a:r>
            <a:r>
              <a:rPr spc="-38" dirty="0"/>
              <a:t> </a:t>
            </a:r>
            <a:r>
              <a:rPr dirty="0"/>
              <a:t>the</a:t>
            </a:r>
            <a:r>
              <a:rPr spc="-38" dirty="0"/>
              <a:t> </a:t>
            </a:r>
            <a:r>
              <a:rPr spc="-8" dirty="0"/>
              <a:t>candidate</a:t>
            </a:r>
            <a:r>
              <a:rPr spc="-38" dirty="0"/>
              <a:t> </a:t>
            </a:r>
            <a:r>
              <a:rPr spc="-8" dirty="0"/>
              <a:t>understands</a:t>
            </a:r>
            <a:r>
              <a:rPr spc="-38" dirty="0"/>
              <a:t> </a:t>
            </a:r>
            <a:r>
              <a:rPr dirty="0"/>
              <a:t>that</a:t>
            </a:r>
            <a:r>
              <a:rPr spc="-41" dirty="0"/>
              <a:t> </a:t>
            </a:r>
            <a:r>
              <a:rPr dirty="0"/>
              <a:t>this</a:t>
            </a:r>
            <a:r>
              <a:rPr spc="-38" dirty="0"/>
              <a:t> </a:t>
            </a:r>
            <a:r>
              <a:rPr dirty="0"/>
              <a:t>will</a:t>
            </a:r>
            <a:r>
              <a:rPr spc="-41" dirty="0"/>
              <a:t> </a:t>
            </a:r>
            <a:r>
              <a:rPr dirty="0"/>
              <a:t>be</a:t>
            </a:r>
            <a:r>
              <a:rPr spc="-38" dirty="0"/>
              <a:t> </a:t>
            </a:r>
            <a:r>
              <a:rPr dirty="0"/>
              <a:t>what</a:t>
            </a:r>
            <a:r>
              <a:rPr spc="-38" dirty="0"/>
              <a:t> </a:t>
            </a:r>
            <a:r>
              <a:rPr spc="-15" dirty="0"/>
              <a:t>they 	</a:t>
            </a:r>
            <a:r>
              <a:rPr dirty="0"/>
              <a:t>wear</a:t>
            </a:r>
            <a:r>
              <a:rPr spc="-23" dirty="0"/>
              <a:t> </a:t>
            </a:r>
            <a:r>
              <a:rPr dirty="0"/>
              <a:t>until</a:t>
            </a:r>
            <a:r>
              <a:rPr spc="-26" dirty="0"/>
              <a:t> </a:t>
            </a:r>
            <a:r>
              <a:rPr dirty="0"/>
              <a:t>they</a:t>
            </a:r>
            <a:r>
              <a:rPr spc="-23" dirty="0"/>
              <a:t> </a:t>
            </a:r>
            <a:r>
              <a:rPr dirty="0"/>
              <a:t>go</a:t>
            </a:r>
            <a:r>
              <a:rPr spc="-23" dirty="0"/>
              <a:t> </a:t>
            </a:r>
            <a:r>
              <a:rPr dirty="0"/>
              <a:t>into</a:t>
            </a:r>
            <a:r>
              <a:rPr spc="-26" dirty="0"/>
              <a:t> </a:t>
            </a:r>
            <a:r>
              <a:rPr dirty="0"/>
              <a:t>the</a:t>
            </a:r>
            <a:r>
              <a:rPr spc="-23" dirty="0"/>
              <a:t> </a:t>
            </a:r>
            <a:r>
              <a:rPr spc="-15" dirty="0"/>
              <a:t>“equivalent</a:t>
            </a:r>
            <a:r>
              <a:rPr spc="-23" dirty="0"/>
              <a:t> </a:t>
            </a:r>
            <a:r>
              <a:rPr dirty="0"/>
              <a:t>of</a:t>
            </a:r>
            <a:r>
              <a:rPr spc="-26" dirty="0"/>
              <a:t> </a:t>
            </a:r>
            <a:r>
              <a:rPr dirty="0"/>
              <a:t>the</a:t>
            </a:r>
            <a:r>
              <a:rPr spc="-23" dirty="0"/>
              <a:t> </a:t>
            </a:r>
            <a:r>
              <a:rPr spc="-15" dirty="0"/>
              <a:t>WM’s</a:t>
            </a:r>
            <a:r>
              <a:rPr spc="-26" dirty="0"/>
              <a:t> </a:t>
            </a:r>
            <a:r>
              <a:rPr dirty="0"/>
              <a:t>Chair”</a:t>
            </a:r>
            <a:r>
              <a:rPr spc="-23" dirty="0"/>
              <a:t> </a:t>
            </a:r>
            <a:r>
              <a:rPr dirty="0"/>
              <a:t>as</a:t>
            </a:r>
            <a:r>
              <a:rPr spc="-26" dirty="0"/>
              <a:t> </a:t>
            </a:r>
            <a:r>
              <a:rPr spc="-15" dirty="0"/>
              <a:t>such 	</a:t>
            </a:r>
            <a:r>
              <a:rPr dirty="0"/>
              <a:t>they</a:t>
            </a:r>
            <a:r>
              <a:rPr spc="-45" dirty="0"/>
              <a:t> </a:t>
            </a:r>
            <a:r>
              <a:rPr dirty="0"/>
              <a:t>will</a:t>
            </a:r>
            <a:r>
              <a:rPr spc="-45" dirty="0"/>
              <a:t> </a:t>
            </a:r>
            <a:r>
              <a:rPr dirty="0"/>
              <a:t>get</a:t>
            </a:r>
            <a:r>
              <a:rPr spc="-45" dirty="0"/>
              <a:t> </a:t>
            </a:r>
            <a:r>
              <a:rPr dirty="0"/>
              <a:t>good</a:t>
            </a:r>
            <a:r>
              <a:rPr spc="-45" dirty="0"/>
              <a:t> </a:t>
            </a:r>
            <a:r>
              <a:rPr dirty="0"/>
              <a:t>few</a:t>
            </a:r>
            <a:r>
              <a:rPr spc="-41" dirty="0"/>
              <a:t> </a:t>
            </a:r>
            <a:r>
              <a:rPr dirty="0"/>
              <a:t>years</a:t>
            </a:r>
            <a:r>
              <a:rPr spc="-45" dirty="0"/>
              <a:t> </a:t>
            </a:r>
            <a:r>
              <a:rPr spc="-8" dirty="0"/>
              <a:t>wear.</a:t>
            </a:r>
          </a:p>
          <a:p>
            <a:pPr marL="170497" marR="146685" indent="-160972">
              <a:lnSpc>
                <a:spcPct val="125000"/>
              </a:lnSpc>
              <a:spcBef>
                <a:spcPts val="1500"/>
              </a:spcBef>
              <a:tabLst>
                <a:tab pos="171450" algn="l"/>
              </a:tabLst>
            </a:pPr>
            <a:r>
              <a:rPr spc="-8" dirty="0"/>
              <a:t>Signposting</a:t>
            </a:r>
            <a:r>
              <a:rPr spc="-38" dirty="0"/>
              <a:t> </a:t>
            </a:r>
            <a:r>
              <a:rPr dirty="0"/>
              <a:t>options</a:t>
            </a:r>
            <a:r>
              <a:rPr spc="-38" dirty="0"/>
              <a:t> </a:t>
            </a:r>
            <a:r>
              <a:rPr dirty="0"/>
              <a:t>for</a:t>
            </a:r>
            <a:r>
              <a:rPr spc="-34" dirty="0"/>
              <a:t> </a:t>
            </a:r>
            <a:r>
              <a:rPr dirty="0"/>
              <a:t>where</a:t>
            </a:r>
            <a:r>
              <a:rPr spc="-34" dirty="0"/>
              <a:t> </a:t>
            </a:r>
            <a:r>
              <a:rPr dirty="0"/>
              <a:t>they</a:t>
            </a:r>
            <a:r>
              <a:rPr spc="-34" dirty="0"/>
              <a:t> </a:t>
            </a:r>
            <a:r>
              <a:rPr dirty="0"/>
              <a:t>can</a:t>
            </a:r>
            <a:r>
              <a:rPr spc="-38" dirty="0"/>
              <a:t> </a:t>
            </a:r>
            <a:r>
              <a:rPr dirty="0"/>
              <a:t>buy</a:t>
            </a:r>
            <a:r>
              <a:rPr spc="-34" dirty="0"/>
              <a:t> </a:t>
            </a:r>
            <a:r>
              <a:rPr dirty="0"/>
              <a:t>the</a:t>
            </a:r>
            <a:r>
              <a:rPr spc="-34" dirty="0"/>
              <a:t> </a:t>
            </a:r>
            <a:r>
              <a:rPr spc="-8" dirty="0"/>
              <a:t>regalia,</a:t>
            </a:r>
            <a:r>
              <a:rPr spc="-34" dirty="0"/>
              <a:t> </a:t>
            </a:r>
            <a:r>
              <a:rPr spc="-8" dirty="0"/>
              <a:t>ensuring 	</a:t>
            </a:r>
            <a:r>
              <a:rPr dirty="0"/>
              <a:t>they</a:t>
            </a:r>
            <a:r>
              <a:rPr spc="-38" dirty="0"/>
              <a:t> </a:t>
            </a:r>
            <a:r>
              <a:rPr dirty="0"/>
              <a:t>buy</a:t>
            </a:r>
            <a:r>
              <a:rPr spc="-38" dirty="0"/>
              <a:t> </a:t>
            </a:r>
            <a:r>
              <a:rPr dirty="0"/>
              <a:t>the</a:t>
            </a:r>
            <a:r>
              <a:rPr spc="-38" dirty="0"/>
              <a:t> </a:t>
            </a:r>
            <a:r>
              <a:rPr dirty="0"/>
              <a:t>right</a:t>
            </a:r>
            <a:r>
              <a:rPr spc="-41" dirty="0"/>
              <a:t> </a:t>
            </a:r>
            <a:r>
              <a:rPr dirty="0"/>
              <a:t>items.</a:t>
            </a:r>
            <a:r>
              <a:rPr spc="-41" dirty="0"/>
              <a:t> </a:t>
            </a:r>
            <a:r>
              <a:rPr dirty="0"/>
              <a:t>(This</a:t>
            </a:r>
            <a:r>
              <a:rPr spc="-41" dirty="0"/>
              <a:t> </a:t>
            </a:r>
            <a:r>
              <a:rPr spc="-8" dirty="0"/>
              <a:t>signposting</a:t>
            </a:r>
            <a:r>
              <a:rPr spc="-38" dirty="0"/>
              <a:t> </a:t>
            </a:r>
            <a:r>
              <a:rPr dirty="0"/>
              <a:t>may</a:t>
            </a:r>
            <a:r>
              <a:rPr spc="-38" dirty="0"/>
              <a:t> </a:t>
            </a:r>
            <a:r>
              <a:rPr dirty="0"/>
              <a:t>also</a:t>
            </a:r>
            <a:r>
              <a:rPr spc="-41" dirty="0"/>
              <a:t> </a:t>
            </a:r>
            <a:r>
              <a:rPr dirty="0"/>
              <a:t>include</a:t>
            </a:r>
            <a:r>
              <a:rPr spc="-38" dirty="0"/>
              <a:t> </a:t>
            </a:r>
            <a:r>
              <a:rPr spc="-19" dirty="0"/>
              <a:t>the 	</a:t>
            </a:r>
            <a:r>
              <a:rPr dirty="0"/>
              <a:t>option</a:t>
            </a:r>
            <a:r>
              <a:rPr spc="-38" dirty="0"/>
              <a:t> </a:t>
            </a:r>
            <a:r>
              <a:rPr dirty="0"/>
              <a:t>of</a:t>
            </a:r>
            <a:r>
              <a:rPr spc="-34" dirty="0"/>
              <a:t> </a:t>
            </a:r>
            <a:r>
              <a:rPr spc="-15" dirty="0"/>
              <a:t>Pre-</a:t>
            </a:r>
            <a:r>
              <a:rPr dirty="0"/>
              <a:t>Loved</a:t>
            </a:r>
            <a:r>
              <a:rPr spc="-38" dirty="0"/>
              <a:t> </a:t>
            </a:r>
            <a:r>
              <a:rPr spc="-8" dirty="0"/>
              <a:t>Regalia</a:t>
            </a:r>
            <a:r>
              <a:rPr spc="-34" dirty="0"/>
              <a:t> </a:t>
            </a:r>
            <a:r>
              <a:rPr dirty="0"/>
              <a:t>if</a:t>
            </a:r>
            <a:r>
              <a:rPr spc="-38" dirty="0"/>
              <a:t> </a:t>
            </a:r>
            <a:r>
              <a:rPr dirty="0"/>
              <a:t>the</a:t>
            </a:r>
            <a:r>
              <a:rPr spc="-30" dirty="0"/>
              <a:t> </a:t>
            </a:r>
            <a:r>
              <a:rPr dirty="0"/>
              <a:t>Province</a:t>
            </a:r>
            <a:r>
              <a:rPr spc="-34" dirty="0"/>
              <a:t> </a:t>
            </a:r>
            <a:r>
              <a:rPr dirty="0"/>
              <a:t>runs</a:t>
            </a:r>
            <a:r>
              <a:rPr spc="-38" dirty="0"/>
              <a:t> </a:t>
            </a:r>
            <a:r>
              <a:rPr dirty="0"/>
              <a:t>such</a:t>
            </a:r>
            <a:r>
              <a:rPr spc="-34" dirty="0"/>
              <a:t> </a:t>
            </a:r>
            <a:r>
              <a:rPr dirty="0"/>
              <a:t>a</a:t>
            </a:r>
            <a:r>
              <a:rPr spc="-34" dirty="0"/>
              <a:t> </a:t>
            </a:r>
            <a:r>
              <a:rPr spc="-8" dirty="0"/>
              <a:t>scheme, 	</a:t>
            </a:r>
            <a:r>
              <a:rPr dirty="0"/>
              <a:t>and</a:t>
            </a:r>
            <a:r>
              <a:rPr spc="-34" dirty="0"/>
              <a:t> </a:t>
            </a:r>
            <a:r>
              <a:rPr dirty="0"/>
              <a:t>the</a:t>
            </a:r>
            <a:r>
              <a:rPr spc="-26" dirty="0"/>
              <a:t> </a:t>
            </a:r>
            <a:r>
              <a:rPr dirty="0"/>
              <a:t>member</a:t>
            </a:r>
            <a:r>
              <a:rPr spc="-26" dirty="0"/>
              <a:t> </a:t>
            </a:r>
            <a:r>
              <a:rPr dirty="0"/>
              <a:t>would</a:t>
            </a:r>
            <a:r>
              <a:rPr spc="-30" dirty="0"/>
              <a:t> </a:t>
            </a:r>
            <a:r>
              <a:rPr dirty="0"/>
              <a:t>be</a:t>
            </a:r>
            <a:r>
              <a:rPr spc="-26" dirty="0"/>
              <a:t> </a:t>
            </a:r>
            <a:r>
              <a:rPr spc="-15" dirty="0"/>
              <a:t>interested</a:t>
            </a:r>
            <a:r>
              <a:rPr spc="-30" dirty="0"/>
              <a:t> </a:t>
            </a:r>
            <a:r>
              <a:rPr dirty="0"/>
              <a:t>in</a:t>
            </a:r>
            <a:r>
              <a:rPr spc="-34" dirty="0"/>
              <a:t> </a:t>
            </a:r>
            <a:r>
              <a:rPr dirty="0"/>
              <a:t>that</a:t>
            </a:r>
            <a:r>
              <a:rPr spc="-30" dirty="0"/>
              <a:t> </a:t>
            </a:r>
            <a:r>
              <a:rPr spc="-8" dirty="0"/>
              <a:t>option.</a:t>
            </a:r>
          </a:p>
          <a:p>
            <a:pPr marL="170497" marR="460058" indent="-160972">
              <a:lnSpc>
                <a:spcPct val="125000"/>
              </a:lnSpc>
              <a:spcBef>
                <a:spcPts val="1500"/>
              </a:spcBef>
              <a:tabLst>
                <a:tab pos="171450" algn="l"/>
              </a:tabLst>
            </a:pPr>
            <a:r>
              <a:rPr dirty="0"/>
              <a:t>They</a:t>
            </a:r>
            <a:r>
              <a:rPr spc="-45" dirty="0"/>
              <a:t> </a:t>
            </a:r>
            <a:r>
              <a:rPr dirty="0"/>
              <a:t>should</a:t>
            </a:r>
            <a:r>
              <a:rPr spc="-41" dirty="0"/>
              <a:t> </a:t>
            </a:r>
            <a:r>
              <a:rPr dirty="0"/>
              <a:t>also</a:t>
            </a:r>
            <a:r>
              <a:rPr spc="-45" dirty="0"/>
              <a:t> </a:t>
            </a:r>
            <a:r>
              <a:rPr dirty="0"/>
              <a:t>remind</a:t>
            </a:r>
            <a:r>
              <a:rPr spc="-45" dirty="0"/>
              <a:t> </a:t>
            </a:r>
            <a:r>
              <a:rPr dirty="0"/>
              <a:t>the</a:t>
            </a:r>
            <a:r>
              <a:rPr spc="-41" dirty="0"/>
              <a:t> </a:t>
            </a:r>
            <a:r>
              <a:rPr spc="-8" dirty="0"/>
              <a:t>Prospective</a:t>
            </a:r>
            <a:r>
              <a:rPr spc="-41" dirty="0"/>
              <a:t> </a:t>
            </a:r>
            <a:r>
              <a:rPr dirty="0"/>
              <a:t>Companion</a:t>
            </a:r>
            <a:r>
              <a:rPr spc="-45" dirty="0"/>
              <a:t> </a:t>
            </a:r>
            <a:r>
              <a:rPr spc="-15" dirty="0"/>
              <a:t>that 	</a:t>
            </a:r>
            <a:r>
              <a:rPr dirty="0"/>
              <a:t>when</a:t>
            </a:r>
            <a:r>
              <a:rPr spc="-34" dirty="0"/>
              <a:t> </a:t>
            </a:r>
            <a:r>
              <a:rPr dirty="0"/>
              <a:t>they</a:t>
            </a:r>
            <a:r>
              <a:rPr spc="-34" dirty="0"/>
              <a:t> </a:t>
            </a:r>
            <a:r>
              <a:rPr dirty="0"/>
              <a:t>come</a:t>
            </a:r>
            <a:r>
              <a:rPr spc="-30" dirty="0"/>
              <a:t> </a:t>
            </a:r>
            <a:r>
              <a:rPr dirty="0"/>
              <a:t>to</a:t>
            </a:r>
            <a:r>
              <a:rPr spc="-34" dirty="0"/>
              <a:t> </a:t>
            </a:r>
            <a:r>
              <a:rPr dirty="0"/>
              <a:t>the</a:t>
            </a:r>
            <a:r>
              <a:rPr spc="-30" dirty="0"/>
              <a:t> </a:t>
            </a:r>
            <a:r>
              <a:rPr dirty="0"/>
              <a:t>meeting</a:t>
            </a:r>
            <a:r>
              <a:rPr spc="-30" dirty="0"/>
              <a:t> </a:t>
            </a:r>
            <a:r>
              <a:rPr dirty="0"/>
              <a:t>where</a:t>
            </a:r>
            <a:r>
              <a:rPr spc="-30" dirty="0"/>
              <a:t> </a:t>
            </a:r>
            <a:r>
              <a:rPr dirty="0"/>
              <a:t>they</a:t>
            </a:r>
            <a:r>
              <a:rPr spc="-30" dirty="0"/>
              <a:t> </a:t>
            </a:r>
            <a:r>
              <a:rPr dirty="0"/>
              <a:t>join,</a:t>
            </a:r>
            <a:r>
              <a:rPr spc="-30" dirty="0"/>
              <a:t> </a:t>
            </a:r>
            <a:r>
              <a:rPr dirty="0"/>
              <a:t>in</a:t>
            </a:r>
            <a:r>
              <a:rPr spc="-34" dirty="0"/>
              <a:t> </a:t>
            </a:r>
            <a:r>
              <a:rPr spc="-8" dirty="0"/>
              <a:t>addition 	</a:t>
            </a:r>
            <a:r>
              <a:rPr dirty="0"/>
              <a:t>to</a:t>
            </a:r>
            <a:r>
              <a:rPr spc="-41" dirty="0"/>
              <a:t> </a:t>
            </a:r>
            <a:r>
              <a:rPr dirty="0"/>
              <a:t>bringing</a:t>
            </a:r>
            <a:r>
              <a:rPr spc="-34" dirty="0"/>
              <a:t> </a:t>
            </a:r>
            <a:r>
              <a:rPr dirty="0"/>
              <a:t>their</a:t>
            </a:r>
            <a:r>
              <a:rPr spc="-34" dirty="0"/>
              <a:t> </a:t>
            </a:r>
            <a:r>
              <a:rPr dirty="0"/>
              <a:t>new</a:t>
            </a:r>
            <a:r>
              <a:rPr spc="-38" dirty="0"/>
              <a:t> </a:t>
            </a:r>
            <a:r>
              <a:rPr spc="-8" dirty="0"/>
              <a:t>Royal</a:t>
            </a:r>
            <a:r>
              <a:rPr spc="-38" dirty="0"/>
              <a:t> </a:t>
            </a:r>
            <a:r>
              <a:rPr dirty="0"/>
              <a:t>Arch</a:t>
            </a:r>
            <a:r>
              <a:rPr spc="-38" dirty="0"/>
              <a:t> </a:t>
            </a:r>
            <a:r>
              <a:rPr spc="-8" dirty="0"/>
              <a:t>Regalia,</a:t>
            </a:r>
            <a:r>
              <a:rPr spc="-38" dirty="0"/>
              <a:t> </a:t>
            </a:r>
            <a:r>
              <a:rPr dirty="0"/>
              <a:t>they</a:t>
            </a:r>
            <a:r>
              <a:rPr spc="-34" dirty="0"/>
              <a:t> </a:t>
            </a:r>
            <a:r>
              <a:rPr dirty="0"/>
              <a:t>should</a:t>
            </a:r>
            <a:r>
              <a:rPr spc="-38" dirty="0"/>
              <a:t> </a:t>
            </a:r>
            <a:r>
              <a:rPr dirty="0"/>
              <a:t>bring</a:t>
            </a:r>
            <a:r>
              <a:rPr spc="-38" dirty="0"/>
              <a:t> a 	</a:t>
            </a:r>
            <a:r>
              <a:rPr spc="-8" dirty="0"/>
              <a:t>Master</a:t>
            </a:r>
            <a:r>
              <a:rPr spc="-45" dirty="0"/>
              <a:t> </a:t>
            </a:r>
            <a:r>
              <a:rPr spc="-15" dirty="0"/>
              <a:t>Mason’s</a:t>
            </a:r>
            <a:r>
              <a:rPr spc="-45" dirty="0"/>
              <a:t> </a:t>
            </a:r>
            <a:r>
              <a:rPr spc="-8" dirty="0"/>
              <a:t>Apron.</a:t>
            </a:r>
          </a:p>
          <a:p>
            <a:pPr>
              <a:lnSpc>
                <a:spcPct val="100000"/>
              </a:lnSpc>
              <a:spcBef>
                <a:spcPts val="116"/>
              </a:spcBef>
            </a:pPr>
            <a:endParaRPr spc="-8" dirty="0"/>
          </a:p>
          <a:p>
            <a:pPr marL="9525">
              <a:lnSpc>
                <a:spcPct val="100000"/>
              </a:lnSpc>
            </a:pPr>
            <a:r>
              <a:rPr b="1" dirty="0">
                <a:latin typeface="Calibri"/>
                <a:cs typeface="Calibri"/>
              </a:rPr>
              <a:t>This</a:t>
            </a:r>
            <a:r>
              <a:rPr b="1" spc="-26" dirty="0"/>
              <a:t> </a:t>
            </a:r>
            <a:r>
              <a:rPr b="1" dirty="0">
                <a:latin typeface="Calibri"/>
                <a:cs typeface="Calibri"/>
              </a:rPr>
              <a:t>text</a:t>
            </a:r>
            <a:r>
              <a:rPr b="1" spc="-30" dirty="0"/>
              <a:t> </a:t>
            </a:r>
            <a:r>
              <a:rPr b="1" spc="-8" dirty="0"/>
              <a:t>duplicates</a:t>
            </a:r>
            <a:r>
              <a:rPr b="1" spc="-26" dirty="0"/>
              <a:t> </a:t>
            </a:r>
            <a:r>
              <a:rPr b="1" dirty="0">
                <a:latin typeface="Calibri"/>
                <a:cs typeface="Calibri"/>
              </a:rPr>
              <a:t>the</a:t>
            </a:r>
            <a:r>
              <a:rPr b="1" spc="-26" dirty="0"/>
              <a:t> </a:t>
            </a:r>
            <a:r>
              <a:rPr b="1" dirty="0">
                <a:latin typeface="Calibri"/>
                <a:cs typeface="Calibri"/>
              </a:rPr>
              <a:t>full</a:t>
            </a:r>
            <a:r>
              <a:rPr b="1" spc="-26" dirty="0"/>
              <a:t> </a:t>
            </a:r>
            <a:r>
              <a:rPr b="1" dirty="0">
                <a:latin typeface="Calibri"/>
                <a:cs typeface="Calibri"/>
              </a:rPr>
              <a:t>thread</a:t>
            </a:r>
            <a:r>
              <a:rPr b="1" spc="-26" dirty="0"/>
              <a:t> </a:t>
            </a:r>
            <a:r>
              <a:rPr b="1" dirty="0">
                <a:latin typeface="Calibri"/>
                <a:cs typeface="Calibri"/>
              </a:rPr>
              <a:t>a</a:t>
            </a:r>
            <a:r>
              <a:rPr b="1" spc="-26" dirty="0"/>
              <a:t> </a:t>
            </a:r>
            <a:r>
              <a:rPr b="1" dirty="0">
                <a:latin typeface="Calibri"/>
                <a:cs typeface="Calibri"/>
              </a:rPr>
              <a:t>PDF</a:t>
            </a:r>
            <a:r>
              <a:rPr b="1" spc="-30" dirty="0"/>
              <a:t> </a:t>
            </a:r>
            <a:r>
              <a:rPr b="1" dirty="0">
                <a:latin typeface="Calibri"/>
                <a:cs typeface="Calibri"/>
              </a:rPr>
              <a:t>copy</a:t>
            </a:r>
            <a:r>
              <a:rPr b="1" spc="-26" dirty="0"/>
              <a:t> </a:t>
            </a:r>
            <a:r>
              <a:rPr b="1" dirty="0">
                <a:latin typeface="Calibri"/>
                <a:cs typeface="Calibri"/>
              </a:rPr>
              <a:t>you</a:t>
            </a:r>
            <a:r>
              <a:rPr b="1" spc="-26" dirty="0"/>
              <a:t> </a:t>
            </a:r>
            <a:r>
              <a:rPr b="1" dirty="0">
                <a:latin typeface="Calibri"/>
                <a:cs typeface="Calibri"/>
              </a:rPr>
              <a:t>can</a:t>
            </a:r>
            <a:r>
              <a:rPr b="1" spc="-26" dirty="0"/>
              <a:t> </a:t>
            </a:r>
            <a:r>
              <a:rPr b="1" dirty="0">
                <a:latin typeface="Calibri"/>
                <a:cs typeface="Calibri"/>
              </a:rPr>
              <a:t>find</a:t>
            </a:r>
            <a:r>
              <a:rPr b="1" spc="-26" dirty="0"/>
              <a:t> </a:t>
            </a:r>
            <a:r>
              <a:rPr b="1" spc="-8" dirty="0"/>
              <a:t>here:</a:t>
            </a:r>
          </a:p>
          <a:p>
            <a:pPr marL="326231">
              <a:lnSpc>
                <a:spcPct val="100000"/>
              </a:lnSpc>
              <a:spcBef>
                <a:spcPts val="525"/>
              </a:spcBef>
            </a:pPr>
            <a:r>
              <a:rPr sz="1425" b="1" spc="-8" dirty="0">
                <a:solidFill>
                  <a:srgbClr val="B02E24"/>
                </a:solidFill>
                <a:hlinkClick r:id="rId5"/>
              </a:rPr>
              <a:t>Regalia</a:t>
            </a:r>
            <a:endParaRPr sz="1425" dirty="0"/>
          </a:p>
        </p:txBody>
      </p:sp>
      <p:grpSp>
        <p:nvGrpSpPr>
          <p:cNvPr id="14" name="object 14"/>
          <p:cNvGrpSpPr/>
          <p:nvPr/>
        </p:nvGrpSpPr>
        <p:grpSpPr>
          <a:xfrm>
            <a:off x="0" y="6246019"/>
            <a:ext cx="12192000" cy="611981"/>
            <a:chOff x="0" y="8328025"/>
            <a:chExt cx="16256000" cy="815975"/>
          </a:xfrm>
        </p:grpSpPr>
        <p:sp>
          <p:nvSpPr>
            <p:cNvPr id="15" name="object 15"/>
            <p:cNvSpPr/>
            <p:nvPr/>
          </p:nvSpPr>
          <p:spPr>
            <a:xfrm>
              <a:off x="0" y="8328025"/>
              <a:ext cx="16256000" cy="815975"/>
            </a:xfrm>
            <a:custGeom>
              <a:avLst/>
              <a:gdLst/>
              <a:ahLst/>
              <a:cxnLst/>
              <a:rect l="l" t="t" r="r" b="b"/>
              <a:pathLst>
                <a:path w="16256000" h="815975">
                  <a:moveTo>
                    <a:pt x="16256000" y="0"/>
                  </a:moveTo>
                  <a:lnTo>
                    <a:pt x="0" y="0"/>
                  </a:lnTo>
                  <a:lnTo>
                    <a:pt x="0" y="815975"/>
                  </a:lnTo>
                  <a:lnTo>
                    <a:pt x="16256000" y="815975"/>
                  </a:lnTo>
                  <a:lnTo>
                    <a:pt x="16256000" y="0"/>
                  </a:lnTo>
                  <a:close/>
                </a:path>
              </a:pathLst>
            </a:custGeom>
            <a:solidFill>
              <a:srgbClr val="000000"/>
            </a:solidFill>
          </p:spPr>
          <p:txBody>
            <a:bodyPr wrap="square" lIns="0" tIns="0" rIns="0" bIns="0" rtlCol="0"/>
            <a:lstStyle/>
            <a:p>
              <a:endParaRPr sz="1350"/>
            </a:p>
          </p:txBody>
        </p:sp>
        <p:sp>
          <p:nvSpPr>
            <p:cNvPr id="16" name="object 16"/>
            <p:cNvSpPr/>
            <p:nvPr/>
          </p:nvSpPr>
          <p:spPr>
            <a:xfrm>
              <a:off x="13101928" y="8468906"/>
              <a:ext cx="812800" cy="558800"/>
            </a:xfrm>
            <a:custGeom>
              <a:avLst/>
              <a:gdLst/>
              <a:ahLst/>
              <a:cxnLst/>
              <a:rect l="l" t="t" r="r" b="b"/>
              <a:pathLst>
                <a:path w="812800" h="558800">
                  <a:moveTo>
                    <a:pt x="812800" y="0"/>
                  </a:moveTo>
                  <a:lnTo>
                    <a:pt x="0" y="0"/>
                  </a:lnTo>
                  <a:lnTo>
                    <a:pt x="0" y="558622"/>
                  </a:lnTo>
                  <a:lnTo>
                    <a:pt x="812800" y="558622"/>
                  </a:lnTo>
                  <a:lnTo>
                    <a:pt x="812800" y="0"/>
                  </a:lnTo>
                  <a:close/>
                </a:path>
              </a:pathLst>
            </a:custGeom>
            <a:solidFill>
              <a:srgbClr val="A99968"/>
            </a:solidFill>
          </p:spPr>
          <p:txBody>
            <a:bodyPr wrap="square" lIns="0" tIns="0" rIns="0" bIns="0" rtlCol="0"/>
            <a:lstStyle/>
            <a:p>
              <a:endParaRPr sz="1350"/>
            </a:p>
          </p:txBody>
        </p:sp>
        <p:sp>
          <p:nvSpPr>
            <p:cNvPr id="17" name="object 17"/>
            <p:cNvSpPr/>
            <p:nvPr/>
          </p:nvSpPr>
          <p:spPr>
            <a:xfrm>
              <a:off x="15128726" y="8554246"/>
              <a:ext cx="995044" cy="455930"/>
            </a:xfrm>
            <a:custGeom>
              <a:avLst/>
              <a:gdLst/>
              <a:ahLst/>
              <a:cxnLst/>
              <a:rect l="l" t="t" r="r" b="b"/>
              <a:pathLst>
                <a:path w="995044" h="455929">
                  <a:moveTo>
                    <a:pt x="0" y="455853"/>
                  </a:moveTo>
                  <a:lnTo>
                    <a:pt x="766610" y="455853"/>
                  </a:lnTo>
                  <a:lnTo>
                    <a:pt x="812545" y="451223"/>
                  </a:lnTo>
                  <a:lnTo>
                    <a:pt x="855330" y="437942"/>
                  </a:lnTo>
                  <a:lnTo>
                    <a:pt x="894047" y="416927"/>
                  </a:lnTo>
                  <a:lnTo>
                    <a:pt x="927779" y="389096"/>
                  </a:lnTo>
                  <a:lnTo>
                    <a:pt x="955611" y="355363"/>
                  </a:lnTo>
                  <a:lnTo>
                    <a:pt x="976625" y="316647"/>
                  </a:lnTo>
                  <a:lnTo>
                    <a:pt x="989906" y="273862"/>
                  </a:lnTo>
                  <a:lnTo>
                    <a:pt x="994537" y="227926"/>
                  </a:lnTo>
                  <a:lnTo>
                    <a:pt x="989906" y="181991"/>
                  </a:lnTo>
                  <a:lnTo>
                    <a:pt x="976625" y="139206"/>
                  </a:lnTo>
                  <a:lnTo>
                    <a:pt x="955611" y="100489"/>
                  </a:lnTo>
                  <a:lnTo>
                    <a:pt x="927779" y="66757"/>
                  </a:lnTo>
                  <a:lnTo>
                    <a:pt x="894047" y="38925"/>
                  </a:lnTo>
                  <a:lnTo>
                    <a:pt x="855330" y="17911"/>
                  </a:lnTo>
                  <a:lnTo>
                    <a:pt x="812545" y="4630"/>
                  </a:lnTo>
                  <a:lnTo>
                    <a:pt x="766610" y="0"/>
                  </a:lnTo>
                  <a:lnTo>
                    <a:pt x="473151" y="0"/>
                  </a:lnTo>
                </a:path>
              </a:pathLst>
            </a:custGeom>
            <a:ln w="38100">
              <a:solidFill>
                <a:srgbClr val="A99968"/>
              </a:solidFill>
            </a:ln>
          </p:spPr>
          <p:txBody>
            <a:bodyPr wrap="square" lIns="0" tIns="0" rIns="0" bIns="0" rtlCol="0"/>
            <a:lstStyle/>
            <a:p>
              <a:endParaRPr sz="1350"/>
            </a:p>
          </p:txBody>
        </p:sp>
        <p:sp>
          <p:nvSpPr>
            <p:cNvPr id="18" name="object 18"/>
            <p:cNvSpPr/>
            <p:nvPr/>
          </p:nvSpPr>
          <p:spPr>
            <a:xfrm>
              <a:off x="15601880" y="8481561"/>
              <a:ext cx="78740" cy="145415"/>
            </a:xfrm>
            <a:custGeom>
              <a:avLst/>
              <a:gdLst/>
              <a:ahLst/>
              <a:cxnLst/>
              <a:rect l="l" t="t" r="r" b="b"/>
              <a:pathLst>
                <a:path w="78740" h="145415">
                  <a:moveTo>
                    <a:pt x="78181" y="145376"/>
                  </a:moveTo>
                  <a:lnTo>
                    <a:pt x="0" y="72682"/>
                  </a:lnTo>
                  <a:lnTo>
                    <a:pt x="78181" y="0"/>
                  </a:lnTo>
                </a:path>
              </a:pathLst>
            </a:custGeom>
            <a:ln w="38100">
              <a:solidFill>
                <a:srgbClr val="A99968"/>
              </a:solidFill>
            </a:ln>
          </p:spPr>
          <p:txBody>
            <a:bodyPr wrap="square" lIns="0" tIns="0" rIns="0" bIns="0" rtlCol="0"/>
            <a:lstStyle/>
            <a:p>
              <a:endParaRPr sz="1350"/>
            </a:p>
          </p:txBody>
        </p:sp>
        <p:pic>
          <p:nvPicPr>
            <p:cNvPr id="19" name="object 19"/>
            <p:cNvPicPr/>
            <p:nvPr/>
          </p:nvPicPr>
          <p:blipFill>
            <a:blip r:embed="rId7" cstate="print"/>
            <a:stretch>
              <a:fillRect/>
            </a:stretch>
          </p:blipFill>
          <p:spPr>
            <a:xfrm>
              <a:off x="317500" y="8601503"/>
              <a:ext cx="610382" cy="250854"/>
            </a:xfrm>
            <a:prstGeom prst="rect">
              <a:avLst/>
            </a:prstGeom>
          </p:spPr>
        </p:pic>
        <p:sp>
          <p:nvSpPr>
            <p:cNvPr id="20" name="object 20"/>
            <p:cNvSpPr/>
            <p:nvPr/>
          </p:nvSpPr>
          <p:spPr>
            <a:xfrm>
              <a:off x="1031722" y="8588755"/>
              <a:ext cx="1250315" cy="309880"/>
            </a:xfrm>
            <a:custGeom>
              <a:avLst/>
              <a:gdLst/>
              <a:ahLst/>
              <a:cxnLst/>
              <a:rect l="l" t="t" r="r" b="b"/>
              <a:pathLst>
                <a:path w="1250314" h="309879">
                  <a:moveTo>
                    <a:pt x="3073" y="0"/>
                  </a:moveTo>
                  <a:lnTo>
                    <a:pt x="0" y="0"/>
                  </a:lnTo>
                  <a:lnTo>
                    <a:pt x="0" y="309562"/>
                  </a:lnTo>
                  <a:lnTo>
                    <a:pt x="3073" y="309562"/>
                  </a:lnTo>
                  <a:lnTo>
                    <a:pt x="3073" y="0"/>
                  </a:lnTo>
                  <a:close/>
                </a:path>
                <a:path w="1250314" h="309879">
                  <a:moveTo>
                    <a:pt x="1250010" y="0"/>
                  </a:moveTo>
                  <a:lnTo>
                    <a:pt x="1246949" y="0"/>
                  </a:lnTo>
                  <a:lnTo>
                    <a:pt x="1246949" y="309562"/>
                  </a:lnTo>
                  <a:lnTo>
                    <a:pt x="1250010" y="309562"/>
                  </a:lnTo>
                  <a:lnTo>
                    <a:pt x="1250010" y="0"/>
                  </a:lnTo>
                  <a:close/>
                </a:path>
              </a:pathLst>
            </a:custGeom>
            <a:solidFill>
              <a:srgbClr val="FFFFFF"/>
            </a:solidFill>
          </p:spPr>
          <p:txBody>
            <a:bodyPr wrap="square" lIns="0" tIns="0" rIns="0" bIns="0" rtlCol="0"/>
            <a:lstStyle/>
            <a:p>
              <a:endParaRPr sz="1350"/>
            </a:p>
          </p:txBody>
        </p:sp>
        <p:pic>
          <p:nvPicPr>
            <p:cNvPr id="21" name="object 21"/>
            <p:cNvPicPr/>
            <p:nvPr/>
          </p:nvPicPr>
          <p:blipFill>
            <a:blip r:embed="rId8" cstate="print"/>
            <a:stretch>
              <a:fillRect/>
            </a:stretch>
          </p:blipFill>
          <p:spPr>
            <a:xfrm>
              <a:off x="2385576" y="8601503"/>
              <a:ext cx="704542" cy="290622"/>
            </a:xfrm>
            <a:prstGeom prst="rect">
              <a:avLst/>
            </a:prstGeom>
          </p:spPr>
        </p:pic>
        <p:pic>
          <p:nvPicPr>
            <p:cNvPr id="22" name="object 22"/>
            <p:cNvPicPr/>
            <p:nvPr/>
          </p:nvPicPr>
          <p:blipFill>
            <a:blip r:embed="rId9" cstate="print"/>
            <a:stretch>
              <a:fillRect/>
            </a:stretch>
          </p:blipFill>
          <p:spPr>
            <a:xfrm>
              <a:off x="1505752" y="8642926"/>
              <a:ext cx="669089" cy="203733"/>
            </a:xfrm>
            <a:prstGeom prst="rect">
              <a:avLst/>
            </a:prstGeom>
          </p:spPr>
        </p:pic>
        <p:pic>
          <p:nvPicPr>
            <p:cNvPr id="23" name="object 23"/>
            <p:cNvPicPr/>
            <p:nvPr/>
          </p:nvPicPr>
          <p:blipFill>
            <a:blip r:embed="rId10" cstate="print"/>
            <a:stretch>
              <a:fillRect/>
            </a:stretch>
          </p:blipFill>
          <p:spPr>
            <a:xfrm>
              <a:off x="1138631" y="8575779"/>
              <a:ext cx="338035" cy="338035"/>
            </a:xfrm>
            <a:prstGeom prst="rect">
              <a:avLst/>
            </a:prstGeom>
          </p:spPr>
        </p:pic>
        <p:sp>
          <p:nvSpPr>
            <p:cNvPr id="24" name="object 24"/>
            <p:cNvSpPr/>
            <p:nvPr/>
          </p:nvSpPr>
          <p:spPr>
            <a:xfrm>
              <a:off x="12515685" y="8468918"/>
              <a:ext cx="1958339" cy="558800"/>
            </a:xfrm>
            <a:custGeom>
              <a:avLst/>
              <a:gdLst/>
              <a:ahLst/>
              <a:cxnLst/>
              <a:rect l="l" t="t" r="r" b="b"/>
              <a:pathLst>
                <a:path w="1958340" h="558800">
                  <a:moveTo>
                    <a:pt x="464718" y="0"/>
                  </a:moveTo>
                  <a:lnTo>
                    <a:pt x="0" y="279298"/>
                  </a:lnTo>
                  <a:lnTo>
                    <a:pt x="464718" y="558622"/>
                  </a:lnTo>
                  <a:lnTo>
                    <a:pt x="464718" y="0"/>
                  </a:lnTo>
                  <a:close/>
                </a:path>
                <a:path w="1958340" h="558800">
                  <a:moveTo>
                    <a:pt x="1958263" y="279298"/>
                  </a:moveTo>
                  <a:lnTo>
                    <a:pt x="1493545" y="0"/>
                  </a:lnTo>
                  <a:lnTo>
                    <a:pt x="1493545" y="558622"/>
                  </a:lnTo>
                  <a:lnTo>
                    <a:pt x="1958263" y="279298"/>
                  </a:lnTo>
                  <a:close/>
                </a:path>
              </a:pathLst>
            </a:custGeom>
            <a:solidFill>
              <a:srgbClr val="A99968"/>
            </a:solidFill>
          </p:spPr>
          <p:txBody>
            <a:bodyPr wrap="square" lIns="0" tIns="0" rIns="0" bIns="0" rtlCol="0"/>
            <a:lstStyle/>
            <a:p>
              <a:endParaRPr sz="1350"/>
            </a:p>
          </p:txBody>
        </p:sp>
      </p:grpSp>
      <p:sp>
        <p:nvSpPr>
          <p:cNvPr id="25" name="object 25"/>
          <p:cNvSpPr txBox="1">
            <a:spLocks noGrp="1"/>
          </p:cNvSpPr>
          <p:nvPr>
            <p:ph type="ftr" sz="quarter" idx="5"/>
          </p:nvPr>
        </p:nvSpPr>
        <p:spPr>
          <a:xfrm>
            <a:off x="3851245" y="6372072"/>
            <a:ext cx="3086100" cy="346249"/>
          </a:xfrm>
          <a:prstGeom prst="rect">
            <a:avLst/>
          </a:prstGeom>
        </p:spPr>
        <p:txBody>
          <a:bodyPr vert="horz" wrap="square" lIns="0" tIns="0" rIns="0" bIns="0" rtlCol="0" anchor="ctr">
            <a:spAutoFit/>
          </a:bodyPr>
          <a:lstStyle/>
          <a:p>
            <a:pPr marL="9525">
              <a:lnSpc>
                <a:spcPts val="1076"/>
              </a:lnSpc>
            </a:pPr>
            <a:r>
              <a:rPr dirty="0"/>
              <a:t>BACK</a:t>
            </a:r>
            <a:r>
              <a:rPr spc="-49" dirty="0"/>
              <a:t> </a:t>
            </a:r>
            <a:r>
              <a:rPr spc="-19" dirty="0"/>
              <a:t>TO</a:t>
            </a:r>
          </a:p>
          <a:p>
            <a:pPr marL="9525">
              <a:lnSpc>
                <a:spcPts val="1643"/>
              </a:lnSpc>
            </a:pPr>
            <a:r>
              <a:rPr sz="1425" spc="-8" dirty="0"/>
              <a:t>CONTENTS</a:t>
            </a:r>
            <a:endParaRPr sz="1425" dirty="0"/>
          </a:p>
        </p:txBody>
      </p:sp>
    </p:spTree>
    <p:extLst>
      <p:ext uri="{BB962C8B-B14F-4D97-AF65-F5344CB8AC3E}">
        <p14:creationId xmlns:p14="http://schemas.microsoft.com/office/powerpoint/2010/main" val="384700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22D82-732A-6310-8811-75F9D75D2D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1FC22B-6EF1-6462-3CCE-D9C0938B2E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45469" y="-2102036"/>
            <a:ext cx="12344400" cy="1038621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780F4D3-7335-D396-FED0-433D488085DD}"/>
                  </a:ext>
                </a:extLst>
              </p14:cNvPr>
              <p14:cNvContentPartPr/>
              <p14:nvPr/>
            </p14:nvContentPartPr>
            <p14:xfrm>
              <a:off x="7480251" y="5242354"/>
              <a:ext cx="43920" cy="25920"/>
            </p14:xfrm>
          </p:contentPart>
        </mc:Choice>
        <mc:Fallback xmlns="">
          <p:pic>
            <p:nvPicPr>
              <p:cNvPr id="8" name="Ink 7">
                <a:extLst>
                  <a:ext uri="{FF2B5EF4-FFF2-40B4-BE49-F238E27FC236}">
                    <a16:creationId xmlns:a16="http://schemas.microsoft.com/office/drawing/2014/main" id="{3EDEE36A-B3B8-F73A-6226-D31412CC3FAB}"/>
                  </a:ext>
                </a:extLst>
              </p:cNvPr>
              <p:cNvPicPr/>
              <p:nvPr/>
            </p:nvPicPr>
            <p:blipFill>
              <a:blip r:embed="rId5"/>
              <a:stretch>
                <a:fillRect/>
              </a:stretch>
            </p:blipFill>
            <p:spPr>
              <a:xfrm>
                <a:off x="7471611" y="5233714"/>
                <a:ext cx="615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0E1384BA-2415-C3E7-8285-93483D3D9CC8}"/>
                  </a:ext>
                </a:extLst>
              </p14:cNvPr>
              <p14:cNvContentPartPr/>
              <p14:nvPr/>
            </p14:nvContentPartPr>
            <p14:xfrm>
              <a:off x="2830131" y="5329474"/>
              <a:ext cx="360" cy="360"/>
            </p14:xfrm>
          </p:contentPart>
        </mc:Choice>
        <mc:Fallback xmlns="">
          <p:pic>
            <p:nvPicPr>
              <p:cNvPr id="9" name="Ink 8">
                <a:extLst>
                  <a:ext uri="{FF2B5EF4-FFF2-40B4-BE49-F238E27FC236}">
                    <a16:creationId xmlns:a16="http://schemas.microsoft.com/office/drawing/2014/main" id="{0C85FD81-9E11-35E8-4D58-5838F4DD0204}"/>
                  </a:ext>
                </a:extLst>
              </p:cNvPr>
              <p:cNvPicPr/>
              <p:nvPr/>
            </p:nvPicPr>
            <p:blipFill>
              <a:blip r:embed="rId7"/>
              <a:stretch>
                <a:fillRect/>
              </a:stretch>
            </p:blipFill>
            <p:spPr>
              <a:xfrm>
                <a:off x="2821491" y="532047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61E1DCA2-BCA4-1D50-D765-CEE8A27770C0}"/>
                  </a:ext>
                </a:extLst>
              </p14:cNvPr>
              <p14:cNvContentPartPr/>
              <p14:nvPr/>
            </p14:nvContentPartPr>
            <p14:xfrm>
              <a:off x="3526731" y="5869474"/>
              <a:ext cx="360" cy="360"/>
            </p14:xfrm>
          </p:contentPart>
        </mc:Choice>
        <mc:Fallback xmlns="">
          <p:pic>
            <p:nvPicPr>
              <p:cNvPr id="10" name="Ink 9">
                <a:extLst>
                  <a:ext uri="{FF2B5EF4-FFF2-40B4-BE49-F238E27FC236}">
                    <a16:creationId xmlns:a16="http://schemas.microsoft.com/office/drawing/2014/main" id="{C6D81D47-B450-770C-4656-A4B9D787C2F0}"/>
                  </a:ext>
                </a:extLst>
              </p:cNvPr>
              <p:cNvPicPr/>
              <p:nvPr/>
            </p:nvPicPr>
            <p:blipFill>
              <a:blip r:embed="rId7"/>
              <a:stretch>
                <a:fillRect/>
              </a:stretch>
            </p:blipFill>
            <p:spPr>
              <a:xfrm>
                <a:off x="3517731" y="5860474"/>
                <a:ext cx="18000" cy="18000"/>
              </a:xfrm>
              <a:prstGeom prst="rect">
                <a:avLst/>
              </a:prstGeom>
            </p:spPr>
          </p:pic>
        </mc:Fallback>
      </mc:AlternateContent>
      <p:pic>
        <p:nvPicPr>
          <p:cNvPr id="5" name="Picture 4">
            <a:extLst>
              <a:ext uri="{FF2B5EF4-FFF2-40B4-BE49-F238E27FC236}">
                <a16:creationId xmlns:a16="http://schemas.microsoft.com/office/drawing/2014/main" id="{CBE3DFEE-A6D8-4E44-27FE-5922F1D5F2F8}"/>
              </a:ext>
            </a:extLst>
          </p:cNvPr>
          <p:cNvPicPr>
            <a:picLocks noChangeAspect="1"/>
          </p:cNvPicPr>
          <p:nvPr/>
        </p:nvPicPr>
        <p:blipFill>
          <a:blip r:embed="rId9"/>
          <a:stretch>
            <a:fillRect/>
          </a:stretch>
        </p:blipFill>
        <p:spPr>
          <a:xfrm>
            <a:off x="10266057" y="1850550"/>
            <a:ext cx="1319035" cy="3391804"/>
          </a:xfrm>
          <a:prstGeom prst="rect">
            <a:avLst/>
          </a:prstGeom>
        </p:spPr>
      </p:pic>
      <p:pic>
        <p:nvPicPr>
          <p:cNvPr id="6" name="Picture 5">
            <a:extLst>
              <a:ext uri="{FF2B5EF4-FFF2-40B4-BE49-F238E27FC236}">
                <a16:creationId xmlns:a16="http://schemas.microsoft.com/office/drawing/2014/main" id="{2315254E-D643-7E1E-E63F-7B5B6D296C14}"/>
              </a:ext>
            </a:extLst>
          </p:cNvPr>
          <p:cNvPicPr>
            <a:picLocks noChangeAspect="1"/>
          </p:cNvPicPr>
          <p:nvPr/>
        </p:nvPicPr>
        <p:blipFill>
          <a:blip r:embed="rId10"/>
          <a:stretch>
            <a:fillRect/>
          </a:stretch>
        </p:blipFill>
        <p:spPr>
          <a:xfrm>
            <a:off x="7502211" y="1739567"/>
            <a:ext cx="2452244" cy="3613770"/>
          </a:xfrm>
          <a:prstGeom prst="rect">
            <a:avLst/>
          </a:prstGeom>
        </p:spPr>
      </p:pic>
    </p:spTree>
    <p:extLst>
      <p:ext uri="{BB962C8B-B14F-4D97-AF65-F5344CB8AC3E}">
        <p14:creationId xmlns:p14="http://schemas.microsoft.com/office/powerpoint/2010/main" val="3059905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99F745-C211-24EF-E152-A2B2502654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3167" y="0"/>
            <a:ext cx="7585665" cy="6390920"/>
          </a:xfrm>
          <a:prstGeom prst="rect">
            <a:avLst/>
          </a:prstGeom>
        </p:spPr>
      </p:pic>
    </p:spTree>
    <p:extLst>
      <p:ext uri="{BB962C8B-B14F-4D97-AF65-F5344CB8AC3E}">
        <p14:creationId xmlns:p14="http://schemas.microsoft.com/office/powerpoint/2010/main" val="1580601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5EC2F-F431-016F-6A7A-CF3E3EF10375}"/>
              </a:ext>
            </a:extLst>
          </p:cNvPr>
          <p:cNvSpPr>
            <a:spLocks noGrp="1"/>
          </p:cNvSpPr>
          <p:nvPr>
            <p:ph type="title"/>
          </p:nvPr>
        </p:nvSpPr>
        <p:spPr>
          <a:xfrm>
            <a:off x="838200" y="365125"/>
            <a:ext cx="10888226" cy="1325563"/>
          </a:xfrm>
        </p:spPr>
        <p:txBody>
          <a:bodyPr/>
          <a:lstStyle/>
          <a:p>
            <a:r>
              <a:rPr lang="en-GB" dirty="0">
                <a:solidFill>
                  <a:schemeClr val="bg1"/>
                </a:solidFill>
                <a:latin typeface="Stardos Stencil" panose="02000506070000020003" pitchFamily="2" charset="0"/>
              </a:rPr>
              <a:t>Thread resources within the Continue Hub</a:t>
            </a:r>
          </a:p>
        </p:txBody>
      </p:sp>
      <p:sp>
        <p:nvSpPr>
          <p:cNvPr id="3" name="Content Placeholder 2">
            <a:extLst>
              <a:ext uri="{FF2B5EF4-FFF2-40B4-BE49-F238E27FC236}">
                <a16:creationId xmlns:a16="http://schemas.microsoft.com/office/drawing/2014/main" id="{4AF85AB1-ABA4-C88E-05F3-C250214E6BD0}"/>
              </a:ext>
            </a:extLst>
          </p:cNvPr>
          <p:cNvSpPr>
            <a:spLocks noGrp="1"/>
          </p:cNvSpPr>
          <p:nvPr>
            <p:ph sz="half" idx="1"/>
          </p:nvPr>
        </p:nvSpPr>
        <p:spPr/>
        <p:txBody>
          <a:bodyPr/>
          <a:lstStyle/>
          <a:p>
            <a:r>
              <a:rPr lang="en-GB" dirty="0">
                <a:solidFill>
                  <a:schemeClr val="bg1"/>
                </a:solidFill>
              </a:rPr>
              <a:t>Chapter description</a:t>
            </a:r>
          </a:p>
          <a:p>
            <a:r>
              <a:rPr lang="en-GB" dirty="0">
                <a:solidFill>
                  <a:schemeClr val="bg1"/>
                </a:solidFill>
              </a:rPr>
              <a:t>Using Discover more</a:t>
            </a:r>
          </a:p>
          <a:p>
            <a:r>
              <a:rPr lang="en-GB" dirty="0">
                <a:solidFill>
                  <a:schemeClr val="bg1"/>
                </a:solidFill>
              </a:rPr>
              <a:t>Using Talking heads</a:t>
            </a:r>
          </a:p>
          <a:p>
            <a:r>
              <a:rPr lang="en-GB" dirty="0">
                <a:solidFill>
                  <a:schemeClr val="bg1"/>
                </a:solidFill>
              </a:rPr>
              <a:t>Why join the Royal Arch</a:t>
            </a:r>
          </a:p>
          <a:p>
            <a:r>
              <a:rPr lang="en-GB" dirty="0">
                <a:solidFill>
                  <a:schemeClr val="bg1"/>
                </a:solidFill>
              </a:rPr>
              <a:t>What not to say</a:t>
            </a:r>
          </a:p>
          <a:p>
            <a:r>
              <a:rPr lang="en-GB" dirty="0">
                <a:solidFill>
                  <a:schemeClr val="bg1"/>
                </a:solidFill>
              </a:rPr>
              <a:t>Guidance for Royal Arch reps</a:t>
            </a:r>
          </a:p>
        </p:txBody>
      </p:sp>
      <p:sp>
        <p:nvSpPr>
          <p:cNvPr id="4" name="Content Placeholder 3">
            <a:extLst>
              <a:ext uri="{FF2B5EF4-FFF2-40B4-BE49-F238E27FC236}">
                <a16:creationId xmlns:a16="http://schemas.microsoft.com/office/drawing/2014/main" id="{E7BD9EA2-DF70-2B60-F206-1216A6780E6A}"/>
              </a:ext>
            </a:extLst>
          </p:cNvPr>
          <p:cNvSpPr>
            <a:spLocks noGrp="1"/>
          </p:cNvSpPr>
          <p:nvPr>
            <p:ph sz="half" idx="2"/>
          </p:nvPr>
        </p:nvSpPr>
        <p:spPr/>
        <p:txBody>
          <a:bodyPr/>
          <a:lstStyle/>
          <a:p>
            <a:r>
              <a:rPr lang="en-GB" dirty="0">
                <a:solidFill>
                  <a:schemeClr val="bg1"/>
                </a:solidFill>
                <a:latin typeface="+mj-lt"/>
              </a:rPr>
              <a:t>Where do prospective candidates come from</a:t>
            </a:r>
          </a:p>
          <a:p>
            <a:r>
              <a:rPr lang="en-GB" dirty="0">
                <a:solidFill>
                  <a:schemeClr val="bg1"/>
                </a:solidFill>
                <a:latin typeface="+mj-lt"/>
              </a:rPr>
              <a:t>The right Chapter</a:t>
            </a:r>
          </a:p>
          <a:p>
            <a:r>
              <a:rPr lang="en-GB" dirty="0">
                <a:solidFill>
                  <a:schemeClr val="bg1"/>
                </a:solidFill>
                <a:latin typeface="+mj-lt"/>
              </a:rPr>
              <a:t>Commitment</a:t>
            </a:r>
          </a:p>
          <a:p>
            <a:r>
              <a:rPr lang="en-GB" dirty="0">
                <a:solidFill>
                  <a:schemeClr val="bg1"/>
                </a:solidFill>
                <a:latin typeface="+mj-lt"/>
              </a:rPr>
              <a:t>Meetings and Festive Boards</a:t>
            </a:r>
          </a:p>
          <a:p>
            <a:r>
              <a:rPr lang="en-GB" dirty="0">
                <a:solidFill>
                  <a:schemeClr val="bg1"/>
                </a:solidFill>
                <a:latin typeface="+mj-lt"/>
              </a:rPr>
              <a:t>Regalia</a:t>
            </a:r>
          </a:p>
          <a:p>
            <a:endParaRPr lang="en-GB" dirty="0"/>
          </a:p>
        </p:txBody>
      </p:sp>
      <p:sp>
        <p:nvSpPr>
          <p:cNvPr id="5" name="TextBox 4">
            <a:extLst>
              <a:ext uri="{FF2B5EF4-FFF2-40B4-BE49-F238E27FC236}">
                <a16:creationId xmlns:a16="http://schemas.microsoft.com/office/drawing/2014/main" id="{ACDE84DF-9773-415A-4301-AE993E4AC273}"/>
              </a:ext>
            </a:extLst>
          </p:cNvPr>
          <p:cNvSpPr txBox="1"/>
          <p:nvPr/>
        </p:nvSpPr>
        <p:spPr>
          <a:xfrm>
            <a:off x="1100667" y="5253633"/>
            <a:ext cx="9838266" cy="830997"/>
          </a:xfrm>
          <a:prstGeom prst="rect">
            <a:avLst/>
          </a:prstGeom>
          <a:noFill/>
        </p:spPr>
        <p:txBody>
          <a:bodyPr wrap="square" rtlCol="0">
            <a:spAutoFit/>
          </a:bodyPr>
          <a:lstStyle/>
          <a:p>
            <a:pPr algn="ctr"/>
            <a:r>
              <a:rPr lang="en-GB" sz="2400" dirty="0">
                <a:solidFill>
                  <a:schemeClr val="bg1"/>
                </a:solidFill>
                <a:latin typeface="Poiret One" panose="02000000000000000000" pitchFamily="2" charset="0"/>
              </a:rPr>
              <a:t>These resources will grow and be updated organically from direct feedback as Building Together is introduced into Provinces</a:t>
            </a:r>
          </a:p>
        </p:txBody>
      </p:sp>
    </p:spTree>
    <p:extLst>
      <p:ext uri="{BB962C8B-B14F-4D97-AF65-F5344CB8AC3E}">
        <p14:creationId xmlns:p14="http://schemas.microsoft.com/office/powerpoint/2010/main" val="872995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66026" y="3704850"/>
            <a:ext cx="9144000" cy="3692951"/>
          </a:xfrm>
        </p:spPr>
        <p:txBody>
          <a:bodyPr>
            <a:normAutofit/>
          </a:bodyPr>
          <a:lstStyle/>
          <a:p>
            <a:r>
              <a:rPr lang="en-US" sz="6000" dirty="0">
                <a:solidFill>
                  <a:schemeClr val="bg1"/>
                </a:solidFill>
                <a:latin typeface="Stardos Stencil" panose="02000506070000020003" pitchFamily="2" charset="0"/>
              </a:rPr>
              <a:t>Please return to the main room for our final session</a:t>
            </a:r>
            <a:endParaRPr lang="en-GB" b="1" dirty="0">
              <a:solidFill>
                <a:schemeClr val="bg1"/>
              </a:solidFill>
              <a:latin typeface="Poiret One" panose="02000000000000000000" pitchFamily="2" charset="0"/>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83465" y="1287366"/>
            <a:ext cx="5909121" cy="1971740"/>
          </a:xfrm>
          <a:prstGeom prst="rect">
            <a:avLst/>
          </a:prstGeom>
        </p:spPr>
      </p:pic>
    </p:spTree>
    <p:extLst>
      <p:ext uri="{BB962C8B-B14F-4D97-AF65-F5344CB8AC3E}">
        <p14:creationId xmlns:p14="http://schemas.microsoft.com/office/powerpoint/2010/main" val="16433981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6.0.6404"/>
  <p:tag name="SLIDO_PRESENTATION_ID" val="3417803e-0567-4031-8685-f3353c1c1f7e"/>
  <p:tag name="SLIDO_EVENT_UUID" val="7a427471-0c8d-4b34-998e-3a4ca536fd9e"/>
  <p:tag name="SLIDO_EVENT_SECTION_UUID" val="273b9aa0-0466-499f-adf2-b3562c7514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3289</TotalTime>
  <Words>3346</Words>
  <Application>Microsoft Office PowerPoint</Application>
  <PresentationFormat>Widescreen</PresentationFormat>
  <Paragraphs>239</Paragraphs>
  <Slides>22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Calibri</vt:lpstr>
      <vt:lpstr>Calibri Light</vt:lpstr>
      <vt:lpstr>Poiret One</vt:lpstr>
      <vt:lpstr>Stardos Stencil</vt:lpstr>
      <vt:lpstr>Times New Roman</vt:lpstr>
      <vt:lpstr>Office Theme</vt:lpstr>
      <vt:lpstr>Afternoon Workshop: Session 2: Continue     SPOCs, Membership Officers, Communication Officers</vt:lpstr>
      <vt:lpstr>PowerPoint Presentation</vt:lpstr>
      <vt:lpstr>PowerPoint Presentation</vt:lpstr>
      <vt:lpstr>PowerPoint Presentation</vt:lpstr>
      <vt:lpstr>PowerPoint Presentation</vt:lpstr>
      <vt:lpstr>CONTINUE</vt:lpstr>
      <vt:lpstr>PowerPoint Presentation</vt:lpstr>
      <vt:lpstr>PowerPoint Presentation</vt:lpstr>
      <vt:lpstr>CONTINUE</vt:lpstr>
      <vt:lpstr>CONTINUE</vt:lpstr>
      <vt:lpstr>CONTINUE</vt:lpstr>
      <vt:lpstr>PowerPoint Presentation</vt:lpstr>
      <vt:lpstr>PowerPoint Presentation</vt:lpstr>
      <vt:lpstr>CONTINUE</vt:lpstr>
      <vt:lpstr>CONTINUE</vt:lpstr>
      <vt:lpstr>PowerPoint Presentation</vt:lpstr>
      <vt:lpstr>CONTINUE</vt:lpstr>
      <vt:lpstr>CONTINUE</vt:lpstr>
      <vt:lpstr>PowerPoint Presentation</vt:lpstr>
      <vt:lpstr>PowerPoint Presentation</vt:lpstr>
      <vt:lpstr>Thread resources within the Continue Hub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hirst</dc:creator>
  <cp:lastModifiedBy>Chris Hirst</cp:lastModifiedBy>
  <cp:revision>105</cp:revision>
  <cp:lastPrinted>2025-06-13T16:49:29Z</cp:lastPrinted>
  <dcterms:created xsi:type="dcterms:W3CDTF">2025-04-08T09:32:33Z</dcterms:created>
  <dcterms:modified xsi:type="dcterms:W3CDTF">2025-09-19T04:47:23Z</dcterms:modified>
</cp:coreProperties>
</file>